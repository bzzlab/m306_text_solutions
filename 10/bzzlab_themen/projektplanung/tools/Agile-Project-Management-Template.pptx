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708" r:id="rId1"/>
  </p:sldMasterIdLst>
  <p:sldIdLst>
    <p:sldId id="267" r:id="rId2"/>
    <p:sldId id="264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6598"/>
    <a:srgbClr val="CC0000"/>
    <a:srgbClr val="95222E"/>
    <a:srgbClr val="92202D"/>
    <a:srgbClr val="2683C6"/>
    <a:srgbClr val="1D6295"/>
    <a:srgbClr val="FF5B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32" d="100"/>
          <a:sy n="132" d="100"/>
        </p:scale>
        <p:origin x="9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4158-0CE9-4349-B3F5-2F2E57F0D0C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11/16/2016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59CC6-7B72-4137-928D-D85C24DCBB6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27916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4158-0CE9-4349-B3F5-2F2E57F0D0C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11/16/2016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59CC6-7B72-4137-928D-D85C24DCBB6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04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4158-0CE9-4349-B3F5-2F2E57F0D0C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11/16/2016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59CC6-7B72-4137-928D-D85C24DCBB6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2485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4158-0CE9-4349-B3F5-2F2E57F0D0C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11/16/2016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59CC6-7B72-4137-928D-D85C24DCBB6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211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4158-0CE9-4349-B3F5-2F2E57F0D0C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11/16/2016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59CC6-7B72-4137-928D-D85C24DCBB6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4611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4158-0CE9-4349-B3F5-2F2E57F0D0C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11/16/2016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59CC6-7B72-4137-928D-D85C24DCBB6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4671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4158-0CE9-4349-B3F5-2F2E57F0D0C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11/16/2016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59CC6-7B72-4137-928D-D85C24DCBB6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7202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4158-0CE9-4349-B3F5-2F2E57F0D0C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11/16/2016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59CC6-7B72-4137-928D-D85C24DCBB6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1610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4158-0CE9-4349-B3F5-2F2E57F0D0C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11/16/2016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59CC6-7B72-4137-928D-D85C24DCBB6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9011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4158-0CE9-4349-B3F5-2F2E57F0D0C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11/16/2016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59CC6-7B72-4137-928D-D85C24DCBB6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1878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4158-0CE9-4349-B3F5-2F2E57F0D0C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11/16/2016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59CC6-7B72-4137-928D-D85C24DCBB6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1045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164158-0CE9-4349-B3F5-2F2E57F0D0C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11/16/2016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259CC6-7B72-4137-928D-D85C24DCBB6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3679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fficetimeline.com/14-days-trial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tags" Target="../tags/tag26.xml"/><Relationship Id="rId117" Type="http://schemas.openxmlformats.org/officeDocument/2006/relationships/tags" Target="../tags/tag117.xml"/><Relationship Id="rId21" Type="http://schemas.openxmlformats.org/officeDocument/2006/relationships/tags" Target="../tags/tag21.xml"/><Relationship Id="rId42" Type="http://schemas.openxmlformats.org/officeDocument/2006/relationships/tags" Target="../tags/tag42.xml"/><Relationship Id="rId47" Type="http://schemas.openxmlformats.org/officeDocument/2006/relationships/tags" Target="../tags/tag47.xml"/><Relationship Id="rId63" Type="http://schemas.openxmlformats.org/officeDocument/2006/relationships/tags" Target="../tags/tag63.xml"/><Relationship Id="rId68" Type="http://schemas.openxmlformats.org/officeDocument/2006/relationships/tags" Target="../tags/tag68.xml"/><Relationship Id="rId84" Type="http://schemas.openxmlformats.org/officeDocument/2006/relationships/tags" Target="../tags/tag84.xml"/><Relationship Id="rId89" Type="http://schemas.openxmlformats.org/officeDocument/2006/relationships/tags" Target="../tags/tag89.xml"/><Relationship Id="rId112" Type="http://schemas.openxmlformats.org/officeDocument/2006/relationships/tags" Target="../tags/tag112.xml"/><Relationship Id="rId133" Type="http://schemas.openxmlformats.org/officeDocument/2006/relationships/tags" Target="../tags/tag133.xml"/><Relationship Id="rId138" Type="http://schemas.openxmlformats.org/officeDocument/2006/relationships/slideLayout" Target="../slideLayouts/slideLayout6.xml"/><Relationship Id="rId16" Type="http://schemas.openxmlformats.org/officeDocument/2006/relationships/tags" Target="../tags/tag16.xml"/><Relationship Id="rId107" Type="http://schemas.openxmlformats.org/officeDocument/2006/relationships/tags" Target="../tags/tag107.xml"/><Relationship Id="rId11" Type="http://schemas.openxmlformats.org/officeDocument/2006/relationships/tags" Target="../tags/tag11.xml"/><Relationship Id="rId32" Type="http://schemas.openxmlformats.org/officeDocument/2006/relationships/tags" Target="../tags/tag32.xml"/><Relationship Id="rId37" Type="http://schemas.openxmlformats.org/officeDocument/2006/relationships/tags" Target="../tags/tag37.xml"/><Relationship Id="rId53" Type="http://schemas.openxmlformats.org/officeDocument/2006/relationships/tags" Target="../tags/tag53.xml"/><Relationship Id="rId58" Type="http://schemas.openxmlformats.org/officeDocument/2006/relationships/tags" Target="../tags/tag58.xml"/><Relationship Id="rId74" Type="http://schemas.openxmlformats.org/officeDocument/2006/relationships/tags" Target="../tags/tag74.xml"/><Relationship Id="rId79" Type="http://schemas.openxmlformats.org/officeDocument/2006/relationships/tags" Target="../tags/tag79.xml"/><Relationship Id="rId102" Type="http://schemas.openxmlformats.org/officeDocument/2006/relationships/tags" Target="../tags/tag102.xml"/><Relationship Id="rId123" Type="http://schemas.openxmlformats.org/officeDocument/2006/relationships/tags" Target="../tags/tag123.xml"/><Relationship Id="rId128" Type="http://schemas.openxmlformats.org/officeDocument/2006/relationships/tags" Target="../tags/tag128.xml"/><Relationship Id="rId5" Type="http://schemas.openxmlformats.org/officeDocument/2006/relationships/tags" Target="../tags/tag5.xml"/><Relationship Id="rId90" Type="http://schemas.openxmlformats.org/officeDocument/2006/relationships/tags" Target="../tags/tag90.xml"/><Relationship Id="rId95" Type="http://schemas.openxmlformats.org/officeDocument/2006/relationships/tags" Target="../tags/tag95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30" Type="http://schemas.openxmlformats.org/officeDocument/2006/relationships/tags" Target="../tags/tag30.xml"/><Relationship Id="rId35" Type="http://schemas.openxmlformats.org/officeDocument/2006/relationships/tags" Target="../tags/tag35.xml"/><Relationship Id="rId43" Type="http://schemas.openxmlformats.org/officeDocument/2006/relationships/tags" Target="../tags/tag43.xml"/><Relationship Id="rId48" Type="http://schemas.openxmlformats.org/officeDocument/2006/relationships/tags" Target="../tags/tag48.xml"/><Relationship Id="rId56" Type="http://schemas.openxmlformats.org/officeDocument/2006/relationships/tags" Target="../tags/tag56.xml"/><Relationship Id="rId64" Type="http://schemas.openxmlformats.org/officeDocument/2006/relationships/tags" Target="../tags/tag64.xml"/><Relationship Id="rId69" Type="http://schemas.openxmlformats.org/officeDocument/2006/relationships/tags" Target="../tags/tag69.xml"/><Relationship Id="rId77" Type="http://schemas.openxmlformats.org/officeDocument/2006/relationships/tags" Target="../tags/tag77.xml"/><Relationship Id="rId100" Type="http://schemas.openxmlformats.org/officeDocument/2006/relationships/tags" Target="../tags/tag100.xml"/><Relationship Id="rId105" Type="http://schemas.openxmlformats.org/officeDocument/2006/relationships/tags" Target="../tags/tag105.xml"/><Relationship Id="rId113" Type="http://schemas.openxmlformats.org/officeDocument/2006/relationships/tags" Target="../tags/tag113.xml"/><Relationship Id="rId118" Type="http://schemas.openxmlformats.org/officeDocument/2006/relationships/tags" Target="../tags/tag118.xml"/><Relationship Id="rId126" Type="http://schemas.openxmlformats.org/officeDocument/2006/relationships/tags" Target="../tags/tag126.xml"/><Relationship Id="rId134" Type="http://schemas.openxmlformats.org/officeDocument/2006/relationships/tags" Target="../tags/tag134.xml"/><Relationship Id="rId8" Type="http://schemas.openxmlformats.org/officeDocument/2006/relationships/tags" Target="../tags/tag8.xml"/><Relationship Id="rId51" Type="http://schemas.openxmlformats.org/officeDocument/2006/relationships/tags" Target="../tags/tag51.xml"/><Relationship Id="rId72" Type="http://schemas.openxmlformats.org/officeDocument/2006/relationships/tags" Target="../tags/tag72.xml"/><Relationship Id="rId80" Type="http://schemas.openxmlformats.org/officeDocument/2006/relationships/tags" Target="../tags/tag80.xml"/><Relationship Id="rId85" Type="http://schemas.openxmlformats.org/officeDocument/2006/relationships/tags" Target="../tags/tag85.xml"/><Relationship Id="rId93" Type="http://schemas.openxmlformats.org/officeDocument/2006/relationships/tags" Target="../tags/tag93.xml"/><Relationship Id="rId98" Type="http://schemas.openxmlformats.org/officeDocument/2006/relationships/tags" Target="../tags/tag98.xml"/><Relationship Id="rId121" Type="http://schemas.openxmlformats.org/officeDocument/2006/relationships/tags" Target="../tags/tag121.xml"/><Relationship Id="rId3" Type="http://schemas.openxmlformats.org/officeDocument/2006/relationships/tags" Target="../tags/tag3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tags" Target="../tags/tag33.xml"/><Relationship Id="rId38" Type="http://schemas.openxmlformats.org/officeDocument/2006/relationships/tags" Target="../tags/tag38.xml"/><Relationship Id="rId46" Type="http://schemas.openxmlformats.org/officeDocument/2006/relationships/tags" Target="../tags/tag46.xml"/><Relationship Id="rId59" Type="http://schemas.openxmlformats.org/officeDocument/2006/relationships/tags" Target="../tags/tag59.xml"/><Relationship Id="rId67" Type="http://schemas.openxmlformats.org/officeDocument/2006/relationships/tags" Target="../tags/tag67.xml"/><Relationship Id="rId103" Type="http://schemas.openxmlformats.org/officeDocument/2006/relationships/tags" Target="../tags/tag103.xml"/><Relationship Id="rId108" Type="http://schemas.openxmlformats.org/officeDocument/2006/relationships/tags" Target="../tags/tag108.xml"/><Relationship Id="rId116" Type="http://schemas.openxmlformats.org/officeDocument/2006/relationships/tags" Target="../tags/tag116.xml"/><Relationship Id="rId124" Type="http://schemas.openxmlformats.org/officeDocument/2006/relationships/tags" Target="../tags/tag124.xml"/><Relationship Id="rId129" Type="http://schemas.openxmlformats.org/officeDocument/2006/relationships/tags" Target="../tags/tag129.xml"/><Relationship Id="rId137" Type="http://schemas.openxmlformats.org/officeDocument/2006/relationships/tags" Target="../tags/tag137.xml"/><Relationship Id="rId20" Type="http://schemas.openxmlformats.org/officeDocument/2006/relationships/tags" Target="../tags/tag20.xml"/><Relationship Id="rId41" Type="http://schemas.openxmlformats.org/officeDocument/2006/relationships/tags" Target="../tags/tag41.xml"/><Relationship Id="rId54" Type="http://schemas.openxmlformats.org/officeDocument/2006/relationships/tags" Target="../tags/tag54.xml"/><Relationship Id="rId62" Type="http://schemas.openxmlformats.org/officeDocument/2006/relationships/tags" Target="../tags/tag62.xml"/><Relationship Id="rId70" Type="http://schemas.openxmlformats.org/officeDocument/2006/relationships/tags" Target="../tags/tag70.xml"/><Relationship Id="rId75" Type="http://schemas.openxmlformats.org/officeDocument/2006/relationships/tags" Target="../tags/tag75.xml"/><Relationship Id="rId83" Type="http://schemas.openxmlformats.org/officeDocument/2006/relationships/tags" Target="../tags/tag83.xml"/><Relationship Id="rId88" Type="http://schemas.openxmlformats.org/officeDocument/2006/relationships/tags" Target="../tags/tag88.xml"/><Relationship Id="rId91" Type="http://schemas.openxmlformats.org/officeDocument/2006/relationships/tags" Target="../tags/tag91.xml"/><Relationship Id="rId96" Type="http://schemas.openxmlformats.org/officeDocument/2006/relationships/tags" Target="../tags/tag96.xml"/><Relationship Id="rId111" Type="http://schemas.openxmlformats.org/officeDocument/2006/relationships/tags" Target="../tags/tag111.xml"/><Relationship Id="rId132" Type="http://schemas.openxmlformats.org/officeDocument/2006/relationships/tags" Target="../tags/tag13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36" Type="http://schemas.openxmlformats.org/officeDocument/2006/relationships/tags" Target="../tags/tag36.xml"/><Relationship Id="rId49" Type="http://schemas.openxmlformats.org/officeDocument/2006/relationships/tags" Target="../tags/tag49.xml"/><Relationship Id="rId57" Type="http://schemas.openxmlformats.org/officeDocument/2006/relationships/tags" Target="../tags/tag57.xml"/><Relationship Id="rId106" Type="http://schemas.openxmlformats.org/officeDocument/2006/relationships/tags" Target="../tags/tag106.xml"/><Relationship Id="rId114" Type="http://schemas.openxmlformats.org/officeDocument/2006/relationships/tags" Target="../tags/tag114.xml"/><Relationship Id="rId119" Type="http://schemas.openxmlformats.org/officeDocument/2006/relationships/tags" Target="../tags/tag119.xml"/><Relationship Id="rId127" Type="http://schemas.openxmlformats.org/officeDocument/2006/relationships/tags" Target="../tags/tag127.xml"/><Relationship Id="rId10" Type="http://schemas.openxmlformats.org/officeDocument/2006/relationships/tags" Target="../tags/tag10.xml"/><Relationship Id="rId31" Type="http://schemas.openxmlformats.org/officeDocument/2006/relationships/tags" Target="../tags/tag31.xml"/><Relationship Id="rId44" Type="http://schemas.openxmlformats.org/officeDocument/2006/relationships/tags" Target="../tags/tag44.xml"/><Relationship Id="rId52" Type="http://schemas.openxmlformats.org/officeDocument/2006/relationships/tags" Target="../tags/tag52.xml"/><Relationship Id="rId60" Type="http://schemas.openxmlformats.org/officeDocument/2006/relationships/tags" Target="../tags/tag60.xml"/><Relationship Id="rId65" Type="http://schemas.openxmlformats.org/officeDocument/2006/relationships/tags" Target="../tags/tag65.xml"/><Relationship Id="rId73" Type="http://schemas.openxmlformats.org/officeDocument/2006/relationships/tags" Target="../tags/tag73.xml"/><Relationship Id="rId78" Type="http://schemas.openxmlformats.org/officeDocument/2006/relationships/tags" Target="../tags/tag78.xml"/><Relationship Id="rId81" Type="http://schemas.openxmlformats.org/officeDocument/2006/relationships/tags" Target="../tags/tag81.xml"/><Relationship Id="rId86" Type="http://schemas.openxmlformats.org/officeDocument/2006/relationships/tags" Target="../tags/tag86.xml"/><Relationship Id="rId94" Type="http://schemas.openxmlformats.org/officeDocument/2006/relationships/tags" Target="../tags/tag94.xml"/><Relationship Id="rId99" Type="http://schemas.openxmlformats.org/officeDocument/2006/relationships/tags" Target="../tags/tag99.xml"/><Relationship Id="rId101" Type="http://schemas.openxmlformats.org/officeDocument/2006/relationships/tags" Target="../tags/tag101.xml"/><Relationship Id="rId122" Type="http://schemas.openxmlformats.org/officeDocument/2006/relationships/tags" Target="../tags/tag122.xml"/><Relationship Id="rId130" Type="http://schemas.openxmlformats.org/officeDocument/2006/relationships/tags" Target="../tags/tag130.xml"/><Relationship Id="rId135" Type="http://schemas.openxmlformats.org/officeDocument/2006/relationships/tags" Target="../tags/tag135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9" Type="http://schemas.openxmlformats.org/officeDocument/2006/relationships/tags" Target="../tags/tag39.xml"/><Relationship Id="rId109" Type="http://schemas.openxmlformats.org/officeDocument/2006/relationships/tags" Target="../tags/tag109.xml"/><Relationship Id="rId34" Type="http://schemas.openxmlformats.org/officeDocument/2006/relationships/tags" Target="../tags/tag34.xml"/><Relationship Id="rId50" Type="http://schemas.openxmlformats.org/officeDocument/2006/relationships/tags" Target="../tags/tag50.xml"/><Relationship Id="rId55" Type="http://schemas.openxmlformats.org/officeDocument/2006/relationships/tags" Target="../tags/tag55.xml"/><Relationship Id="rId76" Type="http://schemas.openxmlformats.org/officeDocument/2006/relationships/tags" Target="../tags/tag76.xml"/><Relationship Id="rId97" Type="http://schemas.openxmlformats.org/officeDocument/2006/relationships/tags" Target="../tags/tag97.xml"/><Relationship Id="rId104" Type="http://schemas.openxmlformats.org/officeDocument/2006/relationships/tags" Target="../tags/tag104.xml"/><Relationship Id="rId120" Type="http://schemas.openxmlformats.org/officeDocument/2006/relationships/tags" Target="../tags/tag120.xml"/><Relationship Id="rId125" Type="http://schemas.openxmlformats.org/officeDocument/2006/relationships/tags" Target="../tags/tag125.xml"/><Relationship Id="rId7" Type="http://schemas.openxmlformats.org/officeDocument/2006/relationships/tags" Target="../tags/tag7.xml"/><Relationship Id="rId71" Type="http://schemas.openxmlformats.org/officeDocument/2006/relationships/tags" Target="../tags/tag71.xml"/><Relationship Id="rId92" Type="http://schemas.openxmlformats.org/officeDocument/2006/relationships/tags" Target="../tags/tag92.xml"/><Relationship Id="rId2" Type="http://schemas.openxmlformats.org/officeDocument/2006/relationships/tags" Target="../tags/tag2.xml"/><Relationship Id="rId29" Type="http://schemas.openxmlformats.org/officeDocument/2006/relationships/tags" Target="../tags/tag29.xml"/><Relationship Id="rId24" Type="http://schemas.openxmlformats.org/officeDocument/2006/relationships/tags" Target="../tags/tag24.xml"/><Relationship Id="rId40" Type="http://schemas.openxmlformats.org/officeDocument/2006/relationships/tags" Target="../tags/tag40.xml"/><Relationship Id="rId45" Type="http://schemas.openxmlformats.org/officeDocument/2006/relationships/tags" Target="../tags/tag45.xml"/><Relationship Id="rId66" Type="http://schemas.openxmlformats.org/officeDocument/2006/relationships/tags" Target="../tags/tag66.xml"/><Relationship Id="rId87" Type="http://schemas.openxmlformats.org/officeDocument/2006/relationships/tags" Target="../tags/tag87.xml"/><Relationship Id="rId110" Type="http://schemas.openxmlformats.org/officeDocument/2006/relationships/tags" Target="../tags/tag110.xml"/><Relationship Id="rId115" Type="http://schemas.openxmlformats.org/officeDocument/2006/relationships/tags" Target="../tags/tag115.xml"/><Relationship Id="rId131" Type="http://schemas.openxmlformats.org/officeDocument/2006/relationships/tags" Target="../tags/tag131.xml"/><Relationship Id="rId136" Type="http://schemas.openxmlformats.org/officeDocument/2006/relationships/tags" Target="../tags/tag136.xml"/><Relationship Id="rId61" Type="http://schemas.openxmlformats.org/officeDocument/2006/relationships/tags" Target="../tags/tag61.xml"/><Relationship Id="rId82" Type="http://schemas.openxmlformats.org/officeDocument/2006/relationships/tags" Target="../tags/tag82.xml"/><Relationship Id="rId19" Type="http://schemas.openxmlformats.org/officeDocument/2006/relationships/tags" Target="../tags/tag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1"/>
          <p:cNvSpPr txBox="1"/>
          <p:nvPr/>
        </p:nvSpPr>
        <p:spPr>
          <a:xfrm>
            <a:off x="6147238" y="947361"/>
            <a:ext cx="52181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u="sng" dirty="0">
                <a:solidFill>
                  <a:schemeClr val="bg1"/>
                </a:solidFill>
                <a:latin typeface="Segoe UI "/>
                <a:cs typeface="Segoe UI Semibold" panose="020B0702040204020203" pitchFamily="34" charset="0"/>
                <a:hlinkClick r:id="rId3"/>
              </a:rPr>
              <a:t>https://www.officetimeline.com/14-days-trial</a:t>
            </a:r>
            <a:endParaRPr lang="en-US" sz="1100" u="sng" dirty="0">
              <a:solidFill>
                <a:schemeClr val="bg1"/>
              </a:solidFill>
              <a:latin typeface="Segoe UI 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2548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562" name="OTLSHAPE_T_452ffbff643449bf898b842030269d79_HorizontalConnector1"/>
          <p:cNvCxnSpPr/>
          <p:nvPr>
            <p:custDataLst>
              <p:tags r:id="rId2"/>
            </p:custDataLst>
          </p:nvPr>
        </p:nvCxnSpPr>
        <p:spPr>
          <a:xfrm>
            <a:off x="713317" y="4755557"/>
            <a:ext cx="6082295" cy="0"/>
          </a:xfrm>
          <a:prstGeom prst="line">
            <a:avLst/>
          </a:prstGeom>
          <a:ln w="9525" cap="flat" cmpd="sng" algn="ctr">
            <a:solidFill>
              <a:schemeClr val="lt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61" name="OTLSHAPE_T_2f8fa4073845497c985961879fe02bd9_HorizontalConnector1"/>
          <p:cNvCxnSpPr/>
          <p:nvPr>
            <p:custDataLst>
              <p:tags r:id="rId3"/>
            </p:custDataLst>
          </p:nvPr>
        </p:nvCxnSpPr>
        <p:spPr>
          <a:xfrm>
            <a:off x="713317" y="4559639"/>
            <a:ext cx="6082295" cy="0"/>
          </a:xfrm>
          <a:prstGeom prst="line">
            <a:avLst/>
          </a:prstGeom>
          <a:ln w="9525" cap="flat" cmpd="sng" algn="ctr">
            <a:solidFill>
              <a:schemeClr val="lt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60" name="OTLSHAPE_T_d480600ded4042c48ee5e80e5b71a336_HorizontalConnector1"/>
          <p:cNvCxnSpPr/>
          <p:nvPr>
            <p:custDataLst>
              <p:tags r:id="rId4"/>
            </p:custDataLst>
          </p:nvPr>
        </p:nvCxnSpPr>
        <p:spPr>
          <a:xfrm>
            <a:off x="713317" y="4363720"/>
            <a:ext cx="5475856" cy="0"/>
          </a:xfrm>
          <a:prstGeom prst="line">
            <a:avLst/>
          </a:prstGeom>
          <a:ln w="9525" cap="flat" cmpd="sng" algn="ctr">
            <a:solidFill>
              <a:schemeClr val="lt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59" name="OTLSHAPE_T_b0ce345f5e2e422f9154b35d4c1d61d1_HorizontalConnector1"/>
          <p:cNvCxnSpPr/>
          <p:nvPr>
            <p:custDataLst>
              <p:tags r:id="rId5"/>
            </p:custDataLst>
          </p:nvPr>
        </p:nvCxnSpPr>
        <p:spPr>
          <a:xfrm>
            <a:off x="713317" y="4167801"/>
            <a:ext cx="4262977" cy="0"/>
          </a:xfrm>
          <a:prstGeom prst="line">
            <a:avLst/>
          </a:prstGeom>
          <a:ln w="9525" cap="flat" cmpd="sng" algn="ctr">
            <a:solidFill>
              <a:schemeClr val="lt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58" name="OTLSHAPE_T_57f5429952d14bf49102a5a5faf30e1a_HorizontalConnector1"/>
          <p:cNvCxnSpPr/>
          <p:nvPr>
            <p:custDataLst>
              <p:tags r:id="rId6"/>
            </p:custDataLst>
          </p:nvPr>
        </p:nvCxnSpPr>
        <p:spPr>
          <a:xfrm>
            <a:off x="695537" y="3948621"/>
            <a:ext cx="4280757" cy="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57" name="OTLSHAPE_T_836c357db4084b50807ddd27b87cbdc3_HorizontalConnector1"/>
          <p:cNvCxnSpPr/>
          <p:nvPr>
            <p:custDataLst>
              <p:tags r:id="rId7"/>
            </p:custDataLst>
          </p:nvPr>
        </p:nvCxnSpPr>
        <p:spPr>
          <a:xfrm>
            <a:off x="1575647" y="3611499"/>
            <a:ext cx="2823470" cy="0"/>
          </a:xfrm>
          <a:prstGeom prst="line">
            <a:avLst/>
          </a:prstGeom>
          <a:ln w="9525" cap="flat" cmpd="sng" algn="ctr">
            <a:solidFill>
              <a:schemeClr val="lt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56" name="OTLSHAPE_T_78be7d9108184754b05589e65c41c421_HorizontalConnector1"/>
          <p:cNvCxnSpPr/>
          <p:nvPr>
            <p:custDataLst>
              <p:tags r:id="rId8"/>
            </p:custDataLst>
          </p:nvPr>
        </p:nvCxnSpPr>
        <p:spPr>
          <a:xfrm>
            <a:off x="713316" y="3399240"/>
            <a:ext cx="2645806" cy="0"/>
          </a:xfrm>
          <a:prstGeom prst="line">
            <a:avLst/>
          </a:prstGeom>
          <a:ln w="9525" cap="flat" cmpd="sng" algn="ctr">
            <a:solidFill>
              <a:schemeClr val="lt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55" name="OTLSHAPE_T_59ca60aa1ba948a79516fa0118865308_HorizontalConnector1"/>
          <p:cNvCxnSpPr/>
          <p:nvPr>
            <p:custDataLst>
              <p:tags r:id="rId9"/>
            </p:custDataLst>
          </p:nvPr>
        </p:nvCxnSpPr>
        <p:spPr>
          <a:xfrm>
            <a:off x="713316" y="3203321"/>
            <a:ext cx="1635074" cy="0"/>
          </a:xfrm>
          <a:prstGeom prst="line">
            <a:avLst/>
          </a:prstGeom>
          <a:ln w="9525" cap="flat" cmpd="sng" algn="ctr">
            <a:solidFill>
              <a:schemeClr val="lt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54" name="OTLSHAPE_T_48541c08b8264880b5f5e24c9c19489c_HorizontalConnector1"/>
          <p:cNvCxnSpPr/>
          <p:nvPr>
            <p:custDataLst>
              <p:tags r:id="rId10"/>
            </p:custDataLst>
          </p:nvPr>
        </p:nvCxnSpPr>
        <p:spPr>
          <a:xfrm>
            <a:off x="713317" y="3007402"/>
            <a:ext cx="1230781" cy="0"/>
          </a:xfrm>
          <a:prstGeom prst="line">
            <a:avLst/>
          </a:prstGeom>
          <a:ln w="9525" cap="flat" cmpd="sng" algn="ctr">
            <a:solidFill>
              <a:schemeClr val="lt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53" name="OTLSHAPE_T_3a68715404b5435ab4a487ba7219617a_HorizontalConnector1"/>
          <p:cNvCxnSpPr/>
          <p:nvPr>
            <p:custDataLst>
              <p:tags r:id="rId11"/>
            </p:custDataLst>
          </p:nvPr>
        </p:nvCxnSpPr>
        <p:spPr>
          <a:xfrm>
            <a:off x="695537" y="2750121"/>
            <a:ext cx="1248561" cy="0"/>
          </a:xfrm>
          <a:prstGeom prst="line">
            <a:avLst/>
          </a:prstGeom>
          <a:ln w="9525" cap="flat" cmpd="sng" algn="ctr">
            <a:solidFill>
              <a:srgbClr val="EA161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52" name="OTLSHAPE_M_26c928c3e36b4a2d836f0b5f31ef08d2_Connector1"/>
          <p:cNvCxnSpPr/>
          <p:nvPr>
            <p:custDataLst>
              <p:tags r:id="rId12"/>
            </p:custDataLst>
          </p:nvPr>
        </p:nvCxnSpPr>
        <p:spPr>
          <a:xfrm>
            <a:off x="2354740" y="1290769"/>
            <a:ext cx="0" cy="766631"/>
          </a:xfrm>
          <a:prstGeom prst="line">
            <a:avLst/>
          </a:prstGeom>
          <a:ln w="9525" cap="flat" cmpd="sng" algn="ctr">
            <a:solidFill>
              <a:srgbClr val="96D64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51" name="OTLSHAPE_M_ccd9ec8f2afa4259a768f5e413e3b544_Connector1"/>
          <p:cNvCxnSpPr/>
          <p:nvPr>
            <p:custDataLst>
              <p:tags r:id="rId13"/>
            </p:custDataLst>
          </p:nvPr>
        </p:nvCxnSpPr>
        <p:spPr>
          <a:xfrm>
            <a:off x="1141862" y="1621578"/>
            <a:ext cx="0" cy="435822"/>
          </a:xfrm>
          <a:prstGeom prst="line">
            <a:avLst/>
          </a:prstGeom>
          <a:ln w="9525" cap="flat" cmpd="sng" algn="ctr">
            <a:solidFill>
              <a:srgbClr val="96D64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22" name="OTLSHAPE_TB_00000000000000000000000000000000_LeftEndCaps" hidden="1"/>
          <p:cNvSpPr txBox="1"/>
          <p:nvPr>
            <p:custDataLst>
              <p:tags r:id="rId14"/>
            </p:custDataLst>
          </p:nvPr>
        </p:nvSpPr>
        <p:spPr>
          <a:xfrm>
            <a:off x="317500" y="2108369"/>
            <a:ext cx="469900" cy="279061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US" b="1" smtClean="0">
                <a:solidFill>
                  <a:schemeClr val="accent2"/>
                </a:solidFill>
                <a:latin typeface="Calibri" panose="020F0502020204030204" pitchFamily="34" charset="0"/>
              </a:rPr>
              <a:t>2017</a:t>
            </a:r>
            <a:endParaRPr lang="en-US" b="1">
              <a:solidFill>
                <a:schemeClr val="accent2"/>
              </a:solidFill>
              <a:latin typeface="Calibri" panose="020F0502020204030204" pitchFamily="34" charset="0"/>
            </a:endParaRPr>
          </a:p>
        </p:txBody>
      </p:sp>
      <p:sp>
        <p:nvSpPr>
          <p:cNvPr id="9523" name="OTLSHAPE_TB_00000000000000000000000000000000_RightEndCaps" hidden="1"/>
          <p:cNvSpPr txBox="1"/>
          <p:nvPr>
            <p:custDataLst>
              <p:tags r:id="rId15"/>
            </p:custDataLst>
          </p:nvPr>
        </p:nvSpPr>
        <p:spPr>
          <a:xfrm>
            <a:off x="8363034" y="2108369"/>
            <a:ext cx="469900" cy="279061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US" b="1" smtClean="0">
                <a:solidFill>
                  <a:schemeClr val="accent2"/>
                </a:solidFill>
                <a:latin typeface="Calibri" panose="020F0502020204030204" pitchFamily="34" charset="0"/>
              </a:rPr>
              <a:t>2017</a:t>
            </a:r>
            <a:endParaRPr lang="en-US" b="1">
              <a:solidFill>
                <a:schemeClr val="accent2"/>
              </a:solidFill>
              <a:latin typeface="Calibri" panose="020F0502020204030204" pitchFamily="34" charset="0"/>
            </a:endParaRPr>
          </a:p>
        </p:txBody>
      </p:sp>
      <p:sp>
        <p:nvSpPr>
          <p:cNvPr id="9524" name="OTLSHAPE_TB_00000000000000000000000000000000_ScaleContainer"/>
          <p:cNvSpPr/>
          <p:nvPr>
            <p:custDataLst>
              <p:tags r:id="rId16"/>
            </p:custDataLst>
          </p:nvPr>
        </p:nvSpPr>
        <p:spPr>
          <a:xfrm>
            <a:off x="933365" y="2057400"/>
            <a:ext cx="7289800" cy="381000"/>
          </a:xfrm>
          <a:prstGeom prst="rect">
            <a:avLst/>
          </a:prstGeom>
          <a:gradFill flip="none" rotWithShape="1">
            <a:gsLst>
              <a:gs pos="0">
                <a:srgbClr val="1F497D"/>
              </a:gs>
              <a:gs pos="0">
                <a:srgbClr val="1F497D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reflection blurRad="6350" stA="50000" endA="300" endPos="55500" dist="50800" dir="5400000" sy="-100000" algn="bl" rotWithShape="0"/>
          </a:effectLst>
          <a:scene3d>
            <a:camera prst="orthographicFront"/>
            <a:lightRig rig="threePt" dir="t">
              <a:rot lat="0" lon="0" rev="8700000"/>
            </a:lightRig>
          </a:scene3d>
          <a:sp3d>
            <a:bevelT w="165100" h="1905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25" name="OTLSHAPE_TB_00000000000000000000000000000000_ElapsedTime" hidden="1"/>
          <p:cNvSpPr/>
          <p:nvPr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26" name="OTLSHAPE_TB_00000000000000000000000000000000_TodayMarkerShape" hidden="1"/>
          <p:cNvSpPr/>
          <p:nvPr>
            <p:custDataLst>
              <p:tags r:id="rId18"/>
            </p:custDataLst>
          </p:nvPr>
        </p:nvSpPr>
        <p:spPr>
          <a:xfrm>
            <a:off x="878937" y="2438400"/>
            <a:ext cx="108857" cy="1270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27" name="OTLSHAPE_TB_00000000000000000000000000000000_TodayMarkerText" hidden="1"/>
          <p:cNvSpPr txBox="1"/>
          <p:nvPr>
            <p:custDataLst>
              <p:tags r:id="rId19"/>
            </p:custDataLst>
          </p:nvPr>
        </p:nvSpPr>
        <p:spPr>
          <a:xfrm>
            <a:off x="933365" y="2565400"/>
            <a:ext cx="363369" cy="184666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US" sz="1200" smtClean="0">
                <a:solidFill>
                  <a:schemeClr val="dk1"/>
                </a:solidFill>
                <a:latin typeface="Calibri" panose="020F0502020204030204" pitchFamily="34" charset="0"/>
              </a:rPr>
              <a:t>Today</a:t>
            </a:r>
            <a:endParaRPr lang="en-US" sz="12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9528" name="OTLSHAPE_TB_00000000000000000000000000000000_TimescaleInterval1"/>
          <p:cNvSpPr txBox="1"/>
          <p:nvPr>
            <p:custDataLst>
              <p:tags r:id="rId20"/>
            </p:custDataLst>
          </p:nvPr>
        </p:nvSpPr>
        <p:spPr>
          <a:xfrm>
            <a:off x="996865" y="2154873"/>
            <a:ext cx="341760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14" smtClean="0">
                <a:solidFill>
                  <a:schemeClr val="lt1"/>
                </a:solidFill>
                <a:latin typeface="Calibri" panose="020F0502020204030204" pitchFamily="34" charset="0"/>
              </a:rPr>
              <a:t>Day 1</a:t>
            </a:r>
            <a:endParaRPr lang="en-US" sz="1200" spc="-14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cxnSp>
        <p:nvCxnSpPr>
          <p:cNvPr id="9529" name="OTLSHAPE_TB_00000000000000000000000000000000_Separator1"/>
          <p:cNvCxnSpPr/>
          <p:nvPr>
            <p:custDataLst>
              <p:tags r:id="rId21"/>
            </p:custDataLst>
          </p:nvPr>
        </p:nvCxnSpPr>
        <p:spPr>
          <a:xfrm>
            <a:off x="1539802" y="2146300"/>
            <a:ext cx="0" cy="203200"/>
          </a:xfrm>
          <a:prstGeom prst="line">
            <a:avLst/>
          </a:prstGeom>
          <a:ln w="6350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30" name="OTLSHAPE_TB_00000000000000000000000000000000_TimescaleInterval2"/>
          <p:cNvSpPr txBox="1"/>
          <p:nvPr>
            <p:custDataLst>
              <p:tags r:id="rId22"/>
            </p:custDataLst>
          </p:nvPr>
        </p:nvSpPr>
        <p:spPr>
          <a:xfrm>
            <a:off x="1603305" y="2154873"/>
            <a:ext cx="75470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26" smtClean="0">
                <a:solidFill>
                  <a:schemeClr val="lt1"/>
                </a:solidFill>
                <a:latin typeface="Calibri" panose="020F0502020204030204" pitchFamily="34" charset="0"/>
              </a:rPr>
              <a:t>4</a:t>
            </a:r>
            <a:endParaRPr lang="en-US" sz="1200" spc="-26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cxnSp>
        <p:nvCxnSpPr>
          <p:cNvPr id="9531" name="OTLSHAPE_TB_00000000000000000000000000000000_Separator2"/>
          <p:cNvCxnSpPr/>
          <p:nvPr>
            <p:custDataLst>
              <p:tags r:id="rId23"/>
            </p:custDataLst>
          </p:nvPr>
        </p:nvCxnSpPr>
        <p:spPr>
          <a:xfrm>
            <a:off x="2146242" y="2146300"/>
            <a:ext cx="0" cy="203200"/>
          </a:xfrm>
          <a:prstGeom prst="line">
            <a:avLst/>
          </a:prstGeom>
          <a:ln w="6350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32" name="OTLSHAPE_TB_00000000000000000000000000000000_TimescaleInterval3"/>
          <p:cNvSpPr txBox="1"/>
          <p:nvPr>
            <p:custDataLst>
              <p:tags r:id="rId24"/>
            </p:custDataLst>
          </p:nvPr>
        </p:nvSpPr>
        <p:spPr>
          <a:xfrm>
            <a:off x="2209744" y="2154873"/>
            <a:ext cx="75470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26" smtClean="0">
                <a:solidFill>
                  <a:schemeClr val="lt1"/>
                </a:solidFill>
                <a:latin typeface="Calibri" panose="020F0502020204030204" pitchFamily="34" charset="0"/>
              </a:rPr>
              <a:t>7</a:t>
            </a:r>
            <a:endParaRPr lang="en-US" sz="1200" spc="-26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cxnSp>
        <p:nvCxnSpPr>
          <p:cNvPr id="9533" name="OTLSHAPE_TB_00000000000000000000000000000000_Separator3"/>
          <p:cNvCxnSpPr/>
          <p:nvPr>
            <p:custDataLst>
              <p:tags r:id="rId25"/>
            </p:custDataLst>
          </p:nvPr>
        </p:nvCxnSpPr>
        <p:spPr>
          <a:xfrm>
            <a:off x="2752681" y="2146300"/>
            <a:ext cx="0" cy="203200"/>
          </a:xfrm>
          <a:prstGeom prst="line">
            <a:avLst/>
          </a:prstGeom>
          <a:ln w="6350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34" name="OTLSHAPE_TB_00000000000000000000000000000000_TimescaleInterval4"/>
          <p:cNvSpPr txBox="1"/>
          <p:nvPr>
            <p:custDataLst>
              <p:tags r:id="rId26"/>
            </p:custDataLst>
          </p:nvPr>
        </p:nvSpPr>
        <p:spPr>
          <a:xfrm>
            <a:off x="2816183" y="2154873"/>
            <a:ext cx="150939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26" smtClean="0">
                <a:solidFill>
                  <a:schemeClr val="lt1"/>
                </a:solidFill>
                <a:latin typeface="Calibri" panose="020F0502020204030204" pitchFamily="34" charset="0"/>
              </a:rPr>
              <a:t>10</a:t>
            </a:r>
            <a:endParaRPr lang="en-US" sz="1200" spc="-26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cxnSp>
        <p:nvCxnSpPr>
          <p:cNvPr id="9535" name="OTLSHAPE_TB_00000000000000000000000000000000_Separator4"/>
          <p:cNvCxnSpPr/>
          <p:nvPr>
            <p:custDataLst>
              <p:tags r:id="rId27"/>
            </p:custDataLst>
          </p:nvPr>
        </p:nvCxnSpPr>
        <p:spPr>
          <a:xfrm>
            <a:off x="3359120" y="2146300"/>
            <a:ext cx="0" cy="203200"/>
          </a:xfrm>
          <a:prstGeom prst="line">
            <a:avLst/>
          </a:prstGeom>
          <a:ln w="6350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36" name="OTLSHAPE_TB_00000000000000000000000000000000_TimescaleInterval5"/>
          <p:cNvSpPr txBox="1"/>
          <p:nvPr>
            <p:custDataLst>
              <p:tags r:id="rId28"/>
            </p:custDataLst>
          </p:nvPr>
        </p:nvSpPr>
        <p:spPr>
          <a:xfrm>
            <a:off x="3422622" y="2154873"/>
            <a:ext cx="150939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26" smtClean="0">
                <a:solidFill>
                  <a:schemeClr val="lt1"/>
                </a:solidFill>
                <a:latin typeface="Calibri" panose="020F0502020204030204" pitchFamily="34" charset="0"/>
              </a:rPr>
              <a:t>13</a:t>
            </a:r>
            <a:endParaRPr lang="en-US" sz="1200" spc="-26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cxnSp>
        <p:nvCxnSpPr>
          <p:cNvPr id="9537" name="OTLSHAPE_TB_00000000000000000000000000000000_Separator5"/>
          <p:cNvCxnSpPr/>
          <p:nvPr>
            <p:custDataLst>
              <p:tags r:id="rId29"/>
            </p:custDataLst>
          </p:nvPr>
        </p:nvCxnSpPr>
        <p:spPr>
          <a:xfrm>
            <a:off x="3965559" y="2146300"/>
            <a:ext cx="0" cy="203200"/>
          </a:xfrm>
          <a:prstGeom prst="line">
            <a:avLst/>
          </a:prstGeom>
          <a:ln w="6350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38" name="OTLSHAPE_TB_00000000000000000000000000000000_TimescaleInterval6"/>
          <p:cNvSpPr txBox="1"/>
          <p:nvPr>
            <p:custDataLst>
              <p:tags r:id="rId30"/>
            </p:custDataLst>
          </p:nvPr>
        </p:nvSpPr>
        <p:spPr>
          <a:xfrm>
            <a:off x="4029062" y="2154873"/>
            <a:ext cx="150939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26" smtClean="0">
                <a:solidFill>
                  <a:schemeClr val="lt1"/>
                </a:solidFill>
                <a:latin typeface="Calibri" panose="020F0502020204030204" pitchFamily="34" charset="0"/>
              </a:rPr>
              <a:t>16</a:t>
            </a:r>
            <a:endParaRPr lang="en-US" sz="1200" spc="-26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cxnSp>
        <p:nvCxnSpPr>
          <p:cNvPr id="9539" name="OTLSHAPE_TB_00000000000000000000000000000000_Separator6"/>
          <p:cNvCxnSpPr/>
          <p:nvPr>
            <p:custDataLst>
              <p:tags r:id="rId31"/>
            </p:custDataLst>
          </p:nvPr>
        </p:nvCxnSpPr>
        <p:spPr>
          <a:xfrm>
            <a:off x="4571999" y="2146300"/>
            <a:ext cx="0" cy="203200"/>
          </a:xfrm>
          <a:prstGeom prst="line">
            <a:avLst/>
          </a:prstGeom>
          <a:ln w="6350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40" name="OTLSHAPE_TB_00000000000000000000000000000000_TimescaleInterval7"/>
          <p:cNvSpPr txBox="1"/>
          <p:nvPr>
            <p:custDataLst>
              <p:tags r:id="rId32"/>
            </p:custDataLst>
          </p:nvPr>
        </p:nvSpPr>
        <p:spPr>
          <a:xfrm>
            <a:off x="4635501" y="2154873"/>
            <a:ext cx="150939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26" smtClean="0">
                <a:solidFill>
                  <a:schemeClr val="lt1"/>
                </a:solidFill>
                <a:latin typeface="Calibri" panose="020F0502020204030204" pitchFamily="34" charset="0"/>
              </a:rPr>
              <a:t>19</a:t>
            </a:r>
            <a:endParaRPr lang="en-US" sz="1200" spc="-26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cxnSp>
        <p:nvCxnSpPr>
          <p:cNvPr id="9541" name="OTLSHAPE_TB_00000000000000000000000000000000_Separator7"/>
          <p:cNvCxnSpPr/>
          <p:nvPr>
            <p:custDataLst>
              <p:tags r:id="rId33"/>
            </p:custDataLst>
          </p:nvPr>
        </p:nvCxnSpPr>
        <p:spPr>
          <a:xfrm>
            <a:off x="5178438" y="2146300"/>
            <a:ext cx="0" cy="203200"/>
          </a:xfrm>
          <a:prstGeom prst="line">
            <a:avLst/>
          </a:prstGeom>
          <a:ln w="6350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42" name="OTLSHAPE_TB_00000000000000000000000000000000_TimescaleInterval8"/>
          <p:cNvSpPr txBox="1"/>
          <p:nvPr>
            <p:custDataLst>
              <p:tags r:id="rId34"/>
            </p:custDataLst>
          </p:nvPr>
        </p:nvSpPr>
        <p:spPr>
          <a:xfrm>
            <a:off x="5241941" y="2154873"/>
            <a:ext cx="150939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26" smtClean="0">
                <a:solidFill>
                  <a:schemeClr val="lt1"/>
                </a:solidFill>
                <a:latin typeface="Calibri" panose="020F0502020204030204" pitchFamily="34" charset="0"/>
              </a:rPr>
              <a:t>22</a:t>
            </a:r>
            <a:endParaRPr lang="en-US" sz="1200" spc="-26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cxnSp>
        <p:nvCxnSpPr>
          <p:cNvPr id="9543" name="OTLSHAPE_TB_00000000000000000000000000000000_Separator8"/>
          <p:cNvCxnSpPr/>
          <p:nvPr>
            <p:custDataLst>
              <p:tags r:id="rId35"/>
            </p:custDataLst>
          </p:nvPr>
        </p:nvCxnSpPr>
        <p:spPr>
          <a:xfrm>
            <a:off x="5784878" y="2146300"/>
            <a:ext cx="0" cy="203200"/>
          </a:xfrm>
          <a:prstGeom prst="line">
            <a:avLst/>
          </a:prstGeom>
          <a:ln w="6350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44" name="OTLSHAPE_TB_00000000000000000000000000000000_TimescaleInterval9"/>
          <p:cNvSpPr txBox="1"/>
          <p:nvPr>
            <p:custDataLst>
              <p:tags r:id="rId36"/>
            </p:custDataLst>
          </p:nvPr>
        </p:nvSpPr>
        <p:spPr>
          <a:xfrm>
            <a:off x="5848380" y="2154873"/>
            <a:ext cx="150939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26" smtClean="0">
                <a:solidFill>
                  <a:schemeClr val="lt1"/>
                </a:solidFill>
                <a:latin typeface="Calibri" panose="020F0502020204030204" pitchFamily="34" charset="0"/>
              </a:rPr>
              <a:t>25</a:t>
            </a:r>
            <a:endParaRPr lang="en-US" sz="1200" spc="-26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cxnSp>
        <p:nvCxnSpPr>
          <p:cNvPr id="9545" name="OTLSHAPE_TB_00000000000000000000000000000000_Separator9"/>
          <p:cNvCxnSpPr/>
          <p:nvPr>
            <p:custDataLst>
              <p:tags r:id="rId37"/>
            </p:custDataLst>
          </p:nvPr>
        </p:nvCxnSpPr>
        <p:spPr>
          <a:xfrm>
            <a:off x="6391317" y="2146300"/>
            <a:ext cx="0" cy="203200"/>
          </a:xfrm>
          <a:prstGeom prst="line">
            <a:avLst/>
          </a:prstGeom>
          <a:ln w="6350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46" name="OTLSHAPE_TB_00000000000000000000000000000000_TimescaleInterval10"/>
          <p:cNvSpPr txBox="1"/>
          <p:nvPr>
            <p:custDataLst>
              <p:tags r:id="rId38"/>
            </p:custDataLst>
          </p:nvPr>
        </p:nvSpPr>
        <p:spPr>
          <a:xfrm>
            <a:off x="6454819" y="2154873"/>
            <a:ext cx="150939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26" smtClean="0">
                <a:solidFill>
                  <a:schemeClr val="lt1"/>
                </a:solidFill>
                <a:latin typeface="Calibri" panose="020F0502020204030204" pitchFamily="34" charset="0"/>
              </a:rPr>
              <a:t>28</a:t>
            </a:r>
            <a:endParaRPr lang="en-US" sz="1200" spc="-26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cxnSp>
        <p:nvCxnSpPr>
          <p:cNvPr id="9547" name="OTLSHAPE_TB_00000000000000000000000000000000_Separator10"/>
          <p:cNvCxnSpPr/>
          <p:nvPr>
            <p:custDataLst>
              <p:tags r:id="rId39"/>
            </p:custDataLst>
          </p:nvPr>
        </p:nvCxnSpPr>
        <p:spPr>
          <a:xfrm>
            <a:off x="6997756" y="2146300"/>
            <a:ext cx="0" cy="203200"/>
          </a:xfrm>
          <a:prstGeom prst="line">
            <a:avLst/>
          </a:prstGeom>
          <a:ln w="6350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48" name="OTLSHAPE_TB_00000000000000000000000000000000_TimescaleInterval11"/>
          <p:cNvSpPr txBox="1"/>
          <p:nvPr>
            <p:custDataLst>
              <p:tags r:id="rId40"/>
            </p:custDataLst>
          </p:nvPr>
        </p:nvSpPr>
        <p:spPr>
          <a:xfrm>
            <a:off x="7061258" y="2154873"/>
            <a:ext cx="150939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26" smtClean="0">
                <a:solidFill>
                  <a:schemeClr val="lt1"/>
                </a:solidFill>
                <a:latin typeface="Calibri" panose="020F0502020204030204" pitchFamily="34" charset="0"/>
              </a:rPr>
              <a:t>31</a:t>
            </a:r>
            <a:endParaRPr lang="en-US" sz="1200" spc="-26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cxnSp>
        <p:nvCxnSpPr>
          <p:cNvPr id="9549" name="OTLSHAPE_TB_00000000000000000000000000000000_Separator11"/>
          <p:cNvCxnSpPr/>
          <p:nvPr>
            <p:custDataLst>
              <p:tags r:id="rId41"/>
            </p:custDataLst>
          </p:nvPr>
        </p:nvCxnSpPr>
        <p:spPr>
          <a:xfrm>
            <a:off x="7604196" y="2146300"/>
            <a:ext cx="0" cy="203200"/>
          </a:xfrm>
          <a:prstGeom prst="line">
            <a:avLst/>
          </a:prstGeom>
          <a:ln w="6350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50" name="OTLSHAPE_TB_00000000000000000000000000000000_TimescaleInterval12"/>
          <p:cNvSpPr txBox="1"/>
          <p:nvPr>
            <p:custDataLst>
              <p:tags r:id="rId42"/>
            </p:custDataLst>
          </p:nvPr>
        </p:nvSpPr>
        <p:spPr>
          <a:xfrm>
            <a:off x="7667698" y="2154873"/>
            <a:ext cx="150939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26" smtClean="0">
                <a:solidFill>
                  <a:schemeClr val="lt1"/>
                </a:solidFill>
                <a:latin typeface="Calibri" panose="020F0502020204030204" pitchFamily="34" charset="0"/>
              </a:rPr>
              <a:t>34</a:t>
            </a:r>
            <a:endParaRPr lang="en-US" sz="1200" spc="-26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9563" name="OTLSHAPE_M_ccd9ec8f2afa4259a768f5e413e3b544_Title"/>
          <p:cNvSpPr txBox="1"/>
          <p:nvPr>
            <p:custDataLst>
              <p:tags r:id="rId43"/>
            </p:custDataLst>
          </p:nvPr>
        </p:nvSpPr>
        <p:spPr>
          <a:xfrm>
            <a:off x="1326012" y="1541357"/>
            <a:ext cx="6858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100" b="1" spc="-8" smtClean="0">
                <a:solidFill>
                  <a:schemeClr val="dk1"/>
                </a:solidFill>
                <a:latin typeface="Calibri" panose="020F0502020204030204" pitchFamily="34" charset="0"/>
              </a:rPr>
              <a:t>Milestone 1</a:t>
            </a:r>
            <a:endParaRPr lang="en-US" sz="1100" b="1" spc="-8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9564" name="OTLSHAPE_M_ccd9ec8f2afa4259a768f5e413e3b544_Date"/>
          <p:cNvSpPr txBox="1"/>
          <p:nvPr>
            <p:custDataLst>
              <p:tags r:id="rId44"/>
            </p:custDataLst>
          </p:nvPr>
        </p:nvSpPr>
        <p:spPr>
          <a:xfrm>
            <a:off x="1326012" y="1711875"/>
            <a:ext cx="3683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spc="-6" smtClean="0">
                <a:solidFill>
                  <a:schemeClr val="dk2"/>
                </a:solidFill>
                <a:latin typeface="Calibri" panose="020F0502020204030204" pitchFamily="34" charset="0"/>
              </a:rPr>
              <a:t>Aug 29</a:t>
            </a:r>
            <a:endParaRPr lang="en-US" sz="1000" spc="-6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9565" name="OTLSHAPE_M_ccd9ec8f2afa4259a768f5e413e3b544_Shape"/>
          <p:cNvSpPr/>
          <p:nvPr>
            <p:custDataLst>
              <p:tags r:id="rId45"/>
            </p:custDataLst>
          </p:nvPr>
        </p:nvSpPr>
        <p:spPr>
          <a:xfrm rot="16200000">
            <a:off x="1167262" y="1621578"/>
            <a:ext cx="165100" cy="165100"/>
          </a:xfrm>
          <a:prstGeom prst="flowChartMerge">
            <a:avLst/>
          </a:prstGeom>
          <a:solidFill>
            <a:srgbClr val="96D642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66" name="OTLSHAPE_M_26c928c3e36b4a2d836f0b5f31ef08d2_Title"/>
          <p:cNvSpPr txBox="1"/>
          <p:nvPr>
            <p:custDataLst>
              <p:tags r:id="rId46"/>
            </p:custDataLst>
          </p:nvPr>
        </p:nvSpPr>
        <p:spPr>
          <a:xfrm>
            <a:off x="2538890" y="1210548"/>
            <a:ext cx="7239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100" b="1" spc="-8" smtClean="0">
                <a:solidFill>
                  <a:schemeClr val="dk1"/>
                </a:solidFill>
                <a:latin typeface="Calibri" panose="020F0502020204030204" pitchFamily="34" charset="0"/>
              </a:rPr>
              <a:t>Milestone  2</a:t>
            </a:r>
            <a:endParaRPr lang="en-US" sz="1100" b="1" spc="-8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9567" name="OTLSHAPE_M_26c928c3e36b4a2d836f0b5f31ef08d2_Date"/>
          <p:cNvSpPr txBox="1"/>
          <p:nvPr>
            <p:custDataLst>
              <p:tags r:id="rId47"/>
            </p:custDataLst>
          </p:nvPr>
        </p:nvSpPr>
        <p:spPr>
          <a:xfrm>
            <a:off x="2538890" y="1381066"/>
            <a:ext cx="2921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spc="-6" smtClean="0">
                <a:solidFill>
                  <a:schemeClr val="dk2"/>
                </a:solidFill>
                <a:latin typeface="Calibri" panose="020F0502020204030204" pitchFamily="34" charset="0"/>
              </a:rPr>
              <a:t>Sep 4</a:t>
            </a:r>
            <a:endParaRPr lang="en-US" sz="1000" spc="-6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9568" name="OTLSHAPE_M_26c928c3e36b4a2d836f0b5f31ef08d2_Shape"/>
          <p:cNvSpPr/>
          <p:nvPr>
            <p:custDataLst>
              <p:tags r:id="rId48"/>
            </p:custDataLst>
          </p:nvPr>
        </p:nvSpPr>
        <p:spPr>
          <a:xfrm rot="16200000">
            <a:off x="2380140" y="1290769"/>
            <a:ext cx="165100" cy="165100"/>
          </a:xfrm>
          <a:prstGeom prst="flowChartMerge">
            <a:avLst/>
          </a:prstGeom>
          <a:solidFill>
            <a:srgbClr val="96D642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69" name="OTLSHAPE_M_e58fe382ac9c4fba9888eb94f5ce08f8_Title"/>
          <p:cNvSpPr txBox="1"/>
          <p:nvPr>
            <p:custDataLst>
              <p:tags r:id="rId49"/>
            </p:custDataLst>
          </p:nvPr>
        </p:nvSpPr>
        <p:spPr>
          <a:xfrm>
            <a:off x="2612332" y="1536091"/>
            <a:ext cx="6858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100" b="1" spc="-8" smtClean="0">
                <a:solidFill>
                  <a:schemeClr val="dk1"/>
                </a:solidFill>
                <a:latin typeface="Calibri" panose="020F0502020204030204" pitchFamily="34" charset="0"/>
              </a:rPr>
              <a:t>Milestone 3</a:t>
            </a:r>
            <a:endParaRPr lang="en-US" sz="1100" b="1" spc="-8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9570" name="OTLSHAPE_M_e58fe382ac9c4fba9888eb94f5ce08f8_Date"/>
          <p:cNvSpPr txBox="1"/>
          <p:nvPr>
            <p:custDataLst>
              <p:tags r:id="rId50"/>
            </p:custDataLst>
          </p:nvPr>
        </p:nvSpPr>
        <p:spPr>
          <a:xfrm>
            <a:off x="2814156" y="1706610"/>
            <a:ext cx="2921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spc="-6" smtClean="0">
                <a:solidFill>
                  <a:schemeClr val="dk2"/>
                </a:solidFill>
                <a:latin typeface="Calibri" panose="020F0502020204030204" pitchFamily="34" charset="0"/>
              </a:rPr>
              <a:t>Sep 7</a:t>
            </a:r>
            <a:endParaRPr lang="en-US" sz="1000" spc="-6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9571" name="OTLSHAPE_M_e58fe382ac9c4fba9888eb94f5ce08f8_Shape"/>
          <p:cNvSpPr/>
          <p:nvPr>
            <p:custDataLst>
              <p:tags r:id="rId51"/>
            </p:custDataLst>
          </p:nvPr>
        </p:nvSpPr>
        <p:spPr>
          <a:xfrm>
            <a:off x="2840530" y="1866900"/>
            <a:ext cx="228600" cy="254000"/>
          </a:xfrm>
          <a:prstGeom prst="downArrow">
            <a:avLst/>
          </a:prstGeom>
          <a:solidFill>
            <a:srgbClr val="B20E12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72" name="OTLSHAPE_M_5aa040aafb6e411192439c8d00bcd6df_Title"/>
          <p:cNvSpPr txBox="1"/>
          <p:nvPr>
            <p:custDataLst>
              <p:tags r:id="rId52"/>
            </p:custDataLst>
          </p:nvPr>
        </p:nvSpPr>
        <p:spPr>
          <a:xfrm>
            <a:off x="4835943" y="1536091"/>
            <a:ext cx="6858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100" b="1" spc="-8" smtClean="0">
                <a:solidFill>
                  <a:schemeClr val="dk1"/>
                </a:solidFill>
                <a:latin typeface="Calibri" panose="020F0502020204030204" pitchFamily="34" charset="0"/>
              </a:rPr>
              <a:t>Milestone 4</a:t>
            </a:r>
            <a:endParaRPr lang="en-US" sz="1100" b="1" spc="-8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9573" name="OTLSHAPE_M_5aa040aafb6e411192439c8d00bcd6df_Date"/>
          <p:cNvSpPr txBox="1"/>
          <p:nvPr>
            <p:custDataLst>
              <p:tags r:id="rId53"/>
            </p:custDataLst>
          </p:nvPr>
        </p:nvSpPr>
        <p:spPr>
          <a:xfrm>
            <a:off x="5005572" y="1706610"/>
            <a:ext cx="3556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spc="-6" smtClean="0">
                <a:solidFill>
                  <a:schemeClr val="dk2"/>
                </a:solidFill>
                <a:latin typeface="Calibri" panose="020F0502020204030204" pitchFamily="34" charset="0"/>
              </a:rPr>
              <a:t>Sep 18</a:t>
            </a:r>
            <a:endParaRPr lang="en-US" sz="1000" spc="-6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9574" name="OTLSHAPE_M_5aa040aafb6e411192439c8d00bcd6df_Shape"/>
          <p:cNvSpPr/>
          <p:nvPr>
            <p:custDataLst>
              <p:tags r:id="rId54"/>
            </p:custDataLst>
          </p:nvPr>
        </p:nvSpPr>
        <p:spPr>
          <a:xfrm>
            <a:off x="5064141" y="1866900"/>
            <a:ext cx="228600" cy="254000"/>
          </a:xfrm>
          <a:prstGeom prst="downArrow">
            <a:avLst/>
          </a:prstGeom>
          <a:solidFill>
            <a:srgbClr val="96D642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75" name="OTLSHAPE_M_deee0f4a173645f180acd79a9a375677_Title"/>
          <p:cNvSpPr txBox="1"/>
          <p:nvPr>
            <p:custDataLst>
              <p:tags r:id="rId55"/>
            </p:custDataLst>
          </p:nvPr>
        </p:nvSpPr>
        <p:spPr>
          <a:xfrm>
            <a:off x="7868139" y="1536091"/>
            <a:ext cx="6858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100" b="1" spc="-8" smtClean="0">
                <a:solidFill>
                  <a:schemeClr val="dk1"/>
                </a:solidFill>
                <a:latin typeface="Calibri" panose="020F0502020204030204" pitchFamily="34" charset="0"/>
              </a:rPr>
              <a:t>Milestone 5</a:t>
            </a:r>
            <a:endParaRPr lang="en-US" sz="1100" b="1" spc="-8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9576" name="OTLSHAPE_M_deee0f4a173645f180acd79a9a375677_Date"/>
          <p:cNvSpPr txBox="1"/>
          <p:nvPr>
            <p:custDataLst>
              <p:tags r:id="rId56"/>
            </p:custDataLst>
          </p:nvPr>
        </p:nvSpPr>
        <p:spPr>
          <a:xfrm>
            <a:off x="8073921" y="1706610"/>
            <a:ext cx="2794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spc="-6" smtClean="0">
                <a:solidFill>
                  <a:schemeClr val="dk2"/>
                </a:solidFill>
                <a:latin typeface="Calibri" panose="020F0502020204030204" pitchFamily="34" charset="0"/>
              </a:rPr>
              <a:t>Oct 3</a:t>
            </a:r>
            <a:endParaRPr lang="en-US" sz="1000" spc="-6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9577" name="OTLSHAPE_M_deee0f4a173645f180acd79a9a375677_Shape"/>
          <p:cNvSpPr/>
          <p:nvPr>
            <p:custDataLst>
              <p:tags r:id="rId57"/>
            </p:custDataLst>
          </p:nvPr>
        </p:nvSpPr>
        <p:spPr>
          <a:xfrm>
            <a:off x="8096337" y="1866900"/>
            <a:ext cx="228600" cy="254000"/>
          </a:xfrm>
          <a:prstGeom prst="star5">
            <a:avLst>
              <a:gd name="adj" fmla="val 25000"/>
              <a:gd name="hf" fmla="val 105146"/>
              <a:gd name="vf" fmla="val 110557"/>
            </a:avLst>
          </a:prstGeom>
          <a:solidFill>
            <a:srgbClr val="B20E12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78" name="OTLSHAPE_T_3a68715404b5435ab4a487ba7219617a_Shape"/>
          <p:cNvSpPr/>
          <p:nvPr>
            <p:custDataLst>
              <p:tags r:id="rId58"/>
            </p:custDataLst>
          </p:nvPr>
        </p:nvSpPr>
        <p:spPr>
          <a:xfrm>
            <a:off x="1944097" y="2648521"/>
            <a:ext cx="3035300" cy="203200"/>
          </a:xfrm>
          <a:prstGeom prst="leftRightArrow">
            <a:avLst>
              <a:gd name="adj1" fmla="val 75000"/>
              <a:gd name="adj2" fmla="val 50000"/>
            </a:avLst>
          </a:prstGeom>
          <a:solidFill>
            <a:srgbClr val="95222E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79" name="OTLSHAPE_T_3a68715404b5435ab4a487ba7219617a_ShapePercentage" hidden="1"/>
          <p:cNvSpPr/>
          <p:nvPr>
            <p:custDataLst>
              <p:tags r:id="rId59"/>
            </p:custDataLst>
          </p:nvPr>
        </p:nvSpPr>
        <p:spPr>
          <a:xfrm>
            <a:off x="1944097" y="2648521"/>
            <a:ext cx="0" cy="0"/>
          </a:xfrm>
          <a:prstGeom prst="leftRightArrow">
            <a:avLst>
              <a:gd name="adj1" fmla="val 75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80" name="OTLSHAPE_T_3a68715404b5435ab4a487ba7219617a_TextPercentage" hidden="1"/>
          <p:cNvSpPr txBox="1"/>
          <p:nvPr>
            <p:custDataLst>
              <p:tags r:id="rId60"/>
            </p:custDataLst>
          </p:nvPr>
        </p:nvSpPr>
        <p:spPr>
          <a:xfrm>
            <a:off x="0" y="2641600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accent2"/>
              </a:solidFill>
              <a:latin typeface="Calibri" panose="020F0502020204030204" pitchFamily="34" charset="0"/>
            </a:endParaRPr>
          </a:p>
        </p:txBody>
      </p:sp>
      <p:sp>
        <p:nvSpPr>
          <p:cNvPr id="9581" name="OTLSHAPE_T_3a68715404b5435ab4a487ba7219617a_JoinedDate" hidden="1"/>
          <p:cNvSpPr txBox="1"/>
          <p:nvPr>
            <p:custDataLst>
              <p:tags r:id="rId61"/>
            </p:custDataLst>
          </p:nvPr>
        </p:nvSpPr>
        <p:spPr>
          <a:xfrm>
            <a:off x="0" y="2641600"/>
            <a:ext cx="520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smtClean="0">
                <a:solidFill>
                  <a:schemeClr val="dk2"/>
                </a:solidFill>
                <a:latin typeface="Calibri" panose="020F0502020204030204" pitchFamily="34" charset="0"/>
              </a:rPr>
              <a:t>9/3 - 9/17</a:t>
            </a:r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9582" name="OTLSHAPE_T_3a68715404b5435ab4a487ba7219617a_StartDate" hidden="1"/>
          <p:cNvSpPr txBox="1"/>
          <p:nvPr>
            <p:custDataLst>
              <p:tags r:id="rId62"/>
            </p:custDataLst>
          </p:nvPr>
        </p:nvSpPr>
        <p:spPr>
          <a:xfrm>
            <a:off x="0" y="2796625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9583" name="OTLSHAPE_T_3a68715404b5435ab4a487ba7219617a_EndDate" hidden="1"/>
          <p:cNvSpPr txBox="1"/>
          <p:nvPr>
            <p:custDataLst>
              <p:tags r:id="rId63"/>
            </p:custDataLst>
          </p:nvPr>
        </p:nvSpPr>
        <p:spPr>
          <a:xfrm>
            <a:off x="0" y="2796625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9584" name="OTLSHAPE_T_3a68715404b5435ab4a487ba7219617a_Duration"/>
          <p:cNvSpPr txBox="1"/>
          <p:nvPr>
            <p:custDataLst>
              <p:tags r:id="rId64"/>
            </p:custDataLst>
          </p:nvPr>
        </p:nvSpPr>
        <p:spPr>
          <a:xfrm>
            <a:off x="3207572" y="2649347"/>
            <a:ext cx="508000" cy="20154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300" spc="-16" smtClean="0">
                <a:solidFill>
                  <a:schemeClr val="lt1"/>
                </a:solidFill>
                <a:latin typeface="Calibri" panose="020F0502020204030204" pitchFamily="34" charset="0"/>
              </a:rPr>
              <a:t>10 days</a:t>
            </a:r>
            <a:endParaRPr lang="en-US" sz="1300" spc="-16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9585" name="OTLSHAPE_T_3a68715404b5435ab4a487ba7219617a_Title"/>
          <p:cNvSpPr txBox="1"/>
          <p:nvPr>
            <p:custDataLst>
              <p:tags r:id="rId65"/>
            </p:custDataLst>
          </p:nvPr>
        </p:nvSpPr>
        <p:spPr>
          <a:xfrm>
            <a:off x="127000" y="2641600"/>
            <a:ext cx="571500" cy="21704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400" b="1" spc="-14" smtClean="0">
                <a:solidFill>
                  <a:srgbClr val="B20E12"/>
                </a:solidFill>
                <a:latin typeface="Calibri" panose="020F0502020204030204" pitchFamily="34" charset="0"/>
              </a:rPr>
              <a:t>Phase 1</a:t>
            </a:r>
            <a:endParaRPr lang="en-US" sz="1400" b="1" spc="-14">
              <a:solidFill>
                <a:srgbClr val="B20E12"/>
              </a:solidFill>
              <a:latin typeface="Calibri" panose="020F0502020204030204" pitchFamily="34" charset="0"/>
            </a:endParaRPr>
          </a:p>
        </p:txBody>
      </p:sp>
      <p:sp>
        <p:nvSpPr>
          <p:cNvPr id="9586" name="OTLSHAPE_T_48541c08b8264880b5f5e24c9c19489c_Shape"/>
          <p:cNvSpPr/>
          <p:nvPr>
            <p:custDataLst>
              <p:tags r:id="rId66"/>
            </p:custDataLst>
          </p:nvPr>
        </p:nvSpPr>
        <p:spPr>
          <a:xfrm>
            <a:off x="1944097" y="2937637"/>
            <a:ext cx="406400" cy="139531"/>
          </a:xfrm>
          <a:prstGeom prst="homePlate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87" name="OTLSHAPE_T_48541c08b8264880b5f5e24c9c19489c_ShapePercentage" hidden="1"/>
          <p:cNvSpPr/>
          <p:nvPr>
            <p:custDataLst>
              <p:tags r:id="rId67"/>
            </p:custDataLst>
          </p:nvPr>
        </p:nvSpPr>
        <p:spPr>
          <a:xfrm>
            <a:off x="1944097" y="2937637"/>
            <a:ext cx="0" cy="0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88" name="OTLSHAPE_T_48541c08b8264880b5f5e24c9c19489c_TextPercentage" hidden="1"/>
          <p:cNvSpPr txBox="1"/>
          <p:nvPr>
            <p:custDataLst>
              <p:tags r:id="rId68"/>
            </p:custDataLst>
          </p:nvPr>
        </p:nvSpPr>
        <p:spPr>
          <a:xfrm>
            <a:off x="0" y="2922143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accent2"/>
              </a:solidFill>
              <a:latin typeface="Calibri" panose="020F0502020204030204" pitchFamily="34" charset="0"/>
            </a:endParaRPr>
          </a:p>
        </p:txBody>
      </p:sp>
      <p:sp>
        <p:nvSpPr>
          <p:cNvPr id="9589" name="OTLSHAPE_T_48541c08b8264880b5f5e24c9c19489c_JoinedDate" hidden="1"/>
          <p:cNvSpPr txBox="1"/>
          <p:nvPr>
            <p:custDataLst>
              <p:tags r:id="rId69"/>
            </p:custDataLst>
          </p:nvPr>
        </p:nvSpPr>
        <p:spPr>
          <a:xfrm>
            <a:off x="0" y="2922143"/>
            <a:ext cx="4572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smtClean="0">
                <a:solidFill>
                  <a:schemeClr val="dk2"/>
                </a:solidFill>
                <a:latin typeface="Calibri" panose="020F0502020204030204" pitchFamily="34" charset="0"/>
              </a:rPr>
              <a:t>9/3 - 9/4</a:t>
            </a:r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9590" name="OTLSHAPE_T_48541c08b8264880b5f5e24c9c19489c_StartDate" hidden="1"/>
          <p:cNvSpPr txBox="1"/>
          <p:nvPr>
            <p:custDataLst>
              <p:tags r:id="rId70"/>
            </p:custDataLst>
          </p:nvPr>
        </p:nvSpPr>
        <p:spPr>
          <a:xfrm>
            <a:off x="0" y="3077168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9591" name="OTLSHAPE_T_48541c08b8264880b5f5e24c9c19489c_EndDate" hidden="1"/>
          <p:cNvSpPr txBox="1"/>
          <p:nvPr>
            <p:custDataLst>
              <p:tags r:id="rId71"/>
            </p:custDataLst>
          </p:nvPr>
        </p:nvSpPr>
        <p:spPr>
          <a:xfrm>
            <a:off x="0" y="3077168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9592" name="OTLSHAPE_T_48541c08b8264880b5f5e24c9c19489c_Duration"/>
          <p:cNvSpPr txBox="1"/>
          <p:nvPr>
            <p:custDataLst>
              <p:tags r:id="rId72"/>
            </p:custDataLst>
          </p:nvPr>
        </p:nvSpPr>
        <p:spPr>
          <a:xfrm>
            <a:off x="2022165" y="2937637"/>
            <a:ext cx="2540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spc="-2" smtClean="0">
                <a:solidFill>
                  <a:schemeClr val="lt1"/>
                </a:solidFill>
                <a:latin typeface="Calibri" panose="020F0502020204030204" pitchFamily="34" charset="0"/>
              </a:rPr>
              <a:t>1 day</a:t>
            </a:r>
            <a:endParaRPr lang="en-US" sz="900" spc="-2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9593" name="OTLSHAPE_T_48541c08b8264880b5f5e24c9c19489c_Title"/>
          <p:cNvSpPr txBox="1"/>
          <p:nvPr>
            <p:custDataLst>
              <p:tags r:id="rId73"/>
            </p:custDataLst>
          </p:nvPr>
        </p:nvSpPr>
        <p:spPr>
          <a:xfrm>
            <a:off x="127000" y="2922143"/>
            <a:ext cx="5969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100" spc="-6" smtClean="0">
                <a:solidFill>
                  <a:srgbClr val="B20E12"/>
                </a:solidFill>
                <a:latin typeface="Calibri" panose="020F0502020204030204" pitchFamily="34" charset="0"/>
              </a:rPr>
              <a:t>Sub-task 1</a:t>
            </a:r>
            <a:endParaRPr lang="en-US" sz="1100" spc="-6">
              <a:solidFill>
                <a:srgbClr val="B20E12"/>
              </a:solidFill>
              <a:latin typeface="Calibri" panose="020F0502020204030204" pitchFamily="34" charset="0"/>
            </a:endParaRPr>
          </a:p>
        </p:txBody>
      </p:sp>
      <p:sp>
        <p:nvSpPr>
          <p:cNvPr id="9594" name="OTLSHAPE_T_59ca60aa1ba948a79516fa0118865308_Shape"/>
          <p:cNvSpPr/>
          <p:nvPr>
            <p:custDataLst>
              <p:tags r:id="rId74"/>
            </p:custDataLst>
          </p:nvPr>
        </p:nvSpPr>
        <p:spPr>
          <a:xfrm>
            <a:off x="2348390" y="3125809"/>
            <a:ext cx="1016000" cy="155025"/>
          </a:xfrm>
          <a:prstGeom prst="homePlate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95" name="OTLSHAPE_T_59ca60aa1ba948a79516fa0118865308_ShapePercentage" hidden="1"/>
          <p:cNvSpPr/>
          <p:nvPr>
            <p:custDataLst>
              <p:tags r:id="rId75"/>
            </p:custDataLst>
          </p:nvPr>
        </p:nvSpPr>
        <p:spPr>
          <a:xfrm>
            <a:off x="2348390" y="3125809"/>
            <a:ext cx="0" cy="0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96" name="OTLSHAPE_T_59ca60aa1ba948a79516fa0118865308_TextPercentage" hidden="1"/>
          <p:cNvSpPr txBox="1"/>
          <p:nvPr>
            <p:custDataLst>
              <p:tags r:id="rId76"/>
            </p:custDataLst>
          </p:nvPr>
        </p:nvSpPr>
        <p:spPr>
          <a:xfrm>
            <a:off x="0" y="3118062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accent2"/>
              </a:solidFill>
              <a:latin typeface="Calibri" panose="020F0502020204030204" pitchFamily="34" charset="0"/>
            </a:endParaRPr>
          </a:p>
        </p:txBody>
      </p:sp>
      <p:sp>
        <p:nvSpPr>
          <p:cNvPr id="9597" name="OTLSHAPE_T_59ca60aa1ba948a79516fa0118865308_JoinedDate" hidden="1"/>
          <p:cNvSpPr txBox="1"/>
          <p:nvPr>
            <p:custDataLst>
              <p:tags r:id="rId77"/>
            </p:custDataLst>
          </p:nvPr>
        </p:nvSpPr>
        <p:spPr>
          <a:xfrm>
            <a:off x="0" y="3118062"/>
            <a:ext cx="4572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smtClean="0">
                <a:solidFill>
                  <a:schemeClr val="dk2"/>
                </a:solidFill>
                <a:latin typeface="Calibri" panose="020F0502020204030204" pitchFamily="34" charset="0"/>
              </a:rPr>
              <a:t>9/5 - 9/9</a:t>
            </a:r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9598" name="OTLSHAPE_T_59ca60aa1ba948a79516fa0118865308_StartDate" hidden="1"/>
          <p:cNvSpPr txBox="1"/>
          <p:nvPr>
            <p:custDataLst>
              <p:tags r:id="rId78"/>
            </p:custDataLst>
          </p:nvPr>
        </p:nvSpPr>
        <p:spPr>
          <a:xfrm>
            <a:off x="0" y="3273086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9599" name="OTLSHAPE_T_59ca60aa1ba948a79516fa0118865308_EndDate" hidden="1"/>
          <p:cNvSpPr txBox="1"/>
          <p:nvPr>
            <p:custDataLst>
              <p:tags r:id="rId79"/>
            </p:custDataLst>
          </p:nvPr>
        </p:nvSpPr>
        <p:spPr>
          <a:xfrm>
            <a:off x="0" y="3273086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9600" name="OTLSHAPE_T_59ca60aa1ba948a79516fa0118865308_Duration"/>
          <p:cNvSpPr txBox="1"/>
          <p:nvPr>
            <p:custDataLst>
              <p:tags r:id="rId80"/>
            </p:custDataLst>
          </p:nvPr>
        </p:nvSpPr>
        <p:spPr>
          <a:xfrm>
            <a:off x="2691641" y="3125809"/>
            <a:ext cx="3302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spc="-8" smtClean="0">
                <a:solidFill>
                  <a:schemeClr val="lt1"/>
                </a:solidFill>
                <a:latin typeface="Calibri" panose="020F0502020204030204" pitchFamily="34" charset="0"/>
              </a:rPr>
              <a:t>4 days</a:t>
            </a:r>
            <a:endParaRPr lang="en-US" sz="1000" spc="-8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9601" name="OTLSHAPE_T_59ca60aa1ba948a79516fa0118865308_Title"/>
          <p:cNvSpPr txBox="1"/>
          <p:nvPr>
            <p:custDataLst>
              <p:tags r:id="rId81"/>
            </p:custDataLst>
          </p:nvPr>
        </p:nvSpPr>
        <p:spPr>
          <a:xfrm>
            <a:off x="127000" y="3118062"/>
            <a:ext cx="5969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100" spc="-6" smtClean="0">
                <a:solidFill>
                  <a:srgbClr val="B20E12"/>
                </a:solidFill>
                <a:latin typeface="Calibri" panose="020F0502020204030204" pitchFamily="34" charset="0"/>
              </a:rPr>
              <a:t>Sub-task 2</a:t>
            </a:r>
            <a:endParaRPr lang="en-US" sz="1100" spc="-6">
              <a:solidFill>
                <a:srgbClr val="B20E12"/>
              </a:solidFill>
              <a:latin typeface="Calibri" panose="020F0502020204030204" pitchFamily="34" charset="0"/>
            </a:endParaRPr>
          </a:p>
        </p:txBody>
      </p:sp>
      <p:sp>
        <p:nvSpPr>
          <p:cNvPr id="9602" name="OTLSHAPE_T_78be7d9108184754b05589e65c41c421_Shape"/>
          <p:cNvSpPr/>
          <p:nvPr>
            <p:custDataLst>
              <p:tags r:id="rId82"/>
            </p:custDataLst>
          </p:nvPr>
        </p:nvSpPr>
        <p:spPr>
          <a:xfrm>
            <a:off x="3359122" y="3321727"/>
            <a:ext cx="1422400" cy="155025"/>
          </a:xfrm>
          <a:prstGeom prst="chevron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603" name="OTLSHAPE_T_78be7d9108184754b05589e65c41c421_ShapePercentage" hidden="1"/>
          <p:cNvSpPr/>
          <p:nvPr>
            <p:custDataLst>
              <p:tags r:id="rId83"/>
            </p:custDataLst>
          </p:nvPr>
        </p:nvSpPr>
        <p:spPr>
          <a:xfrm>
            <a:off x="3359122" y="3321727"/>
            <a:ext cx="0" cy="0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604" name="OTLSHAPE_T_78be7d9108184754b05589e65c41c421_TextPercentage" hidden="1"/>
          <p:cNvSpPr txBox="1"/>
          <p:nvPr>
            <p:custDataLst>
              <p:tags r:id="rId84"/>
            </p:custDataLst>
          </p:nvPr>
        </p:nvSpPr>
        <p:spPr>
          <a:xfrm>
            <a:off x="0" y="3313980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accent2"/>
              </a:solidFill>
              <a:latin typeface="Calibri" panose="020F0502020204030204" pitchFamily="34" charset="0"/>
            </a:endParaRPr>
          </a:p>
        </p:txBody>
      </p:sp>
      <p:sp>
        <p:nvSpPr>
          <p:cNvPr id="9605" name="OTLSHAPE_T_78be7d9108184754b05589e65c41c421_JoinedDate" hidden="1"/>
          <p:cNvSpPr txBox="1"/>
          <p:nvPr>
            <p:custDataLst>
              <p:tags r:id="rId85"/>
            </p:custDataLst>
          </p:nvPr>
        </p:nvSpPr>
        <p:spPr>
          <a:xfrm>
            <a:off x="0" y="3313980"/>
            <a:ext cx="5842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smtClean="0">
                <a:solidFill>
                  <a:schemeClr val="dk2"/>
                </a:solidFill>
                <a:latin typeface="Calibri" panose="020F0502020204030204" pitchFamily="34" charset="0"/>
              </a:rPr>
              <a:t>9/10 - 9/16</a:t>
            </a:r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9606" name="OTLSHAPE_T_78be7d9108184754b05589e65c41c421_StartDate" hidden="1"/>
          <p:cNvSpPr txBox="1"/>
          <p:nvPr>
            <p:custDataLst>
              <p:tags r:id="rId86"/>
            </p:custDataLst>
          </p:nvPr>
        </p:nvSpPr>
        <p:spPr>
          <a:xfrm>
            <a:off x="0" y="3469005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9607" name="OTLSHAPE_T_78be7d9108184754b05589e65c41c421_EndDate" hidden="1"/>
          <p:cNvSpPr txBox="1"/>
          <p:nvPr>
            <p:custDataLst>
              <p:tags r:id="rId87"/>
            </p:custDataLst>
          </p:nvPr>
        </p:nvSpPr>
        <p:spPr>
          <a:xfrm>
            <a:off x="0" y="3469005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9608" name="OTLSHAPE_T_78be7d9108184754b05589e65c41c421_Duration"/>
          <p:cNvSpPr txBox="1"/>
          <p:nvPr>
            <p:custDataLst>
              <p:tags r:id="rId88"/>
            </p:custDataLst>
          </p:nvPr>
        </p:nvSpPr>
        <p:spPr>
          <a:xfrm>
            <a:off x="3904519" y="3321727"/>
            <a:ext cx="3302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spc="-8" smtClean="0">
                <a:solidFill>
                  <a:schemeClr val="lt1"/>
                </a:solidFill>
                <a:latin typeface="Calibri" panose="020F0502020204030204" pitchFamily="34" charset="0"/>
              </a:rPr>
              <a:t>5 days</a:t>
            </a:r>
            <a:endParaRPr lang="en-US" sz="1000" spc="-8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9609" name="OTLSHAPE_T_78be7d9108184754b05589e65c41c421_Title"/>
          <p:cNvSpPr txBox="1"/>
          <p:nvPr>
            <p:custDataLst>
              <p:tags r:id="rId89"/>
            </p:custDataLst>
          </p:nvPr>
        </p:nvSpPr>
        <p:spPr>
          <a:xfrm>
            <a:off x="127000" y="3313980"/>
            <a:ext cx="5969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100" spc="-6" smtClean="0">
                <a:solidFill>
                  <a:srgbClr val="C00000"/>
                </a:solidFill>
                <a:latin typeface="Calibri" panose="020F0502020204030204" pitchFamily="34" charset="0"/>
              </a:rPr>
              <a:t>Sub-task 3</a:t>
            </a:r>
            <a:endParaRPr lang="en-US" sz="1100" spc="-6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  <p:sp>
        <p:nvSpPr>
          <p:cNvPr id="9610" name="OTLSHAPE_T_836c357db4084b50807ddd27b87cbdc3_Shape"/>
          <p:cNvSpPr/>
          <p:nvPr>
            <p:custDataLst>
              <p:tags r:id="rId90"/>
            </p:custDataLst>
          </p:nvPr>
        </p:nvSpPr>
        <p:spPr>
          <a:xfrm>
            <a:off x="4774148" y="3509899"/>
            <a:ext cx="203200" cy="203200"/>
          </a:xfrm>
          <a:prstGeom prst="rightArrow">
            <a:avLst>
              <a:gd name="adj1" fmla="val 75000"/>
              <a:gd name="adj2" fmla="val 50000"/>
            </a:avLst>
          </a:prstGeom>
          <a:solidFill>
            <a:srgbClr val="CC0000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11" name="OTLSHAPE_T_836c357db4084b50807ddd27b87cbdc3_ShapePercentage" hidden="1"/>
          <p:cNvSpPr/>
          <p:nvPr>
            <p:custDataLst>
              <p:tags r:id="rId91"/>
            </p:custDataLst>
          </p:nvPr>
        </p:nvSpPr>
        <p:spPr>
          <a:xfrm>
            <a:off x="4774148" y="3509899"/>
            <a:ext cx="0" cy="0"/>
          </a:xfrm>
          <a:prstGeom prst="rightArrow">
            <a:avLst>
              <a:gd name="adj1" fmla="val 75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12" name="OTLSHAPE_T_836c357db4084b50807ddd27b87cbdc3_TextPercentage" hidden="1"/>
          <p:cNvSpPr txBox="1"/>
          <p:nvPr>
            <p:custDataLst>
              <p:tags r:id="rId92"/>
            </p:custDataLst>
          </p:nvPr>
        </p:nvSpPr>
        <p:spPr>
          <a:xfrm>
            <a:off x="0" y="3509899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accent2"/>
              </a:solidFill>
              <a:latin typeface="Calibri" panose="020F0502020204030204" pitchFamily="34" charset="0"/>
            </a:endParaRPr>
          </a:p>
        </p:txBody>
      </p:sp>
      <p:sp>
        <p:nvSpPr>
          <p:cNvPr id="9613" name="OTLSHAPE_T_836c357db4084b50807ddd27b87cbdc3_JoinedDate" hidden="1"/>
          <p:cNvSpPr txBox="1"/>
          <p:nvPr>
            <p:custDataLst>
              <p:tags r:id="rId93"/>
            </p:custDataLst>
          </p:nvPr>
        </p:nvSpPr>
        <p:spPr>
          <a:xfrm>
            <a:off x="0" y="3509899"/>
            <a:ext cx="2540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smtClean="0">
                <a:solidFill>
                  <a:schemeClr val="dk2"/>
                </a:solidFill>
                <a:latin typeface="Calibri" panose="020F0502020204030204" pitchFamily="34" charset="0"/>
              </a:rPr>
              <a:t>9/17</a:t>
            </a:r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9614" name="OTLSHAPE_T_836c357db4084b50807ddd27b87cbdc3_StartDate" hidden="1"/>
          <p:cNvSpPr txBox="1"/>
          <p:nvPr>
            <p:custDataLst>
              <p:tags r:id="rId94"/>
            </p:custDataLst>
          </p:nvPr>
        </p:nvSpPr>
        <p:spPr>
          <a:xfrm>
            <a:off x="0" y="3664924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9615" name="OTLSHAPE_T_836c357db4084b50807ddd27b87cbdc3_EndDate" hidden="1"/>
          <p:cNvSpPr txBox="1"/>
          <p:nvPr>
            <p:custDataLst>
              <p:tags r:id="rId95"/>
            </p:custDataLst>
          </p:nvPr>
        </p:nvSpPr>
        <p:spPr>
          <a:xfrm>
            <a:off x="0" y="3664924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9616" name="OTLSHAPE_T_836c357db4084b50807ddd27b87cbdc3_Duration"/>
          <p:cNvSpPr txBox="1"/>
          <p:nvPr>
            <p:custDataLst>
              <p:tags r:id="rId96"/>
            </p:custDataLst>
          </p:nvPr>
        </p:nvSpPr>
        <p:spPr>
          <a:xfrm>
            <a:off x="4399117" y="3533987"/>
            <a:ext cx="3302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spc="-8" smtClean="0">
                <a:solidFill>
                  <a:srgbClr val="B20E12"/>
                </a:solidFill>
                <a:latin typeface="Calibri" panose="020F0502020204030204" pitchFamily="34" charset="0"/>
              </a:rPr>
              <a:t>0 days</a:t>
            </a:r>
            <a:endParaRPr lang="en-US" sz="1000" spc="-8">
              <a:solidFill>
                <a:srgbClr val="B20E12"/>
              </a:solidFill>
              <a:latin typeface="Calibri" panose="020F0502020204030204" pitchFamily="34" charset="0"/>
            </a:endParaRPr>
          </a:p>
        </p:txBody>
      </p:sp>
      <p:sp>
        <p:nvSpPr>
          <p:cNvPr id="9617" name="OTLSHAPE_T_836c357db4084b50807ddd27b87cbdc3_Title"/>
          <p:cNvSpPr txBox="1"/>
          <p:nvPr>
            <p:custDataLst>
              <p:tags r:id="rId97"/>
            </p:custDataLst>
          </p:nvPr>
        </p:nvSpPr>
        <p:spPr>
          <a:xfrm>
            <a:off x="127000" y="3526240"/>
            <a:ext cx="14605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100" spc="-6" smtClean="0">
                <a:solidFill>
                  <a:srgbClr val="C00000"/>
                </a:solidFill>
                <a:latin typeface="Calibri" panose="020F0502020204030204" pitchFamily="34" charset="0"/>
              </a:rPr>
              <a:t>Sub-task 4 - zero duration</a:t>
            </a:r>
            <a:endParaRPr lang="en-US" sz="1100" spc="-6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  <p:sp>
        <p:nvSpPr>
          <p:cNvPr id="9618" name="OTLSHAPE_T_57f5429952d14bf49102a5a5faf30e1a_Shape"/>
          <p:cNvSpPr/>
          <p:nvPr>
            <p:custDataLst>
              <p:tags r:id="rId98"/>
            </p:custDataLst>
          </p:nvPr>
        </p:nvSpPr>
        <p:spPr>
          <a:xfrm>
            <a:off x="4976294" y="3847021"/>
            <a:ext cx="3238500" cy="203200"/>
          </a:xfrm>
          <a:prstGeom prst="leftRightArrow">
            <a:avLst>
              <a:gd name="adj1" fmla="val 75000"/>
              <a:gd name="adj2" fmla="val 50000"/>
            </a:avLst>
          </a:prstGeom>
          <a:solidFill>
            <a:srgbClr val="1E6598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19" name="OTLSHAPE_T_57f5429952d14bf49102a5a5faf30e1a_ShapePercentage" hidden="1"/>
          <p:cNvSpPr/>
          <p:nvPr>
            <p:custDataLst>
              <p:tags r:id="rId99"/>
            </p:custDataLst>
          </p:nvPr>
        </p:nvSpPr>
        <p:spPr>
          <a:xfrm>
            <a:off x="4976294" y="3847021"/>
            <a:ext cx="0" cy="0"/>
          </a:xfrm>
          <a:prstGeom prst="leftRightArrow">
            <a:avLst>
              <a:gd name="adj1" fmla="val 75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20" name="OTLSHAPE_T_57f5429952d14bf49102a5a5faf30e1a_TextPercentage" hidden="1"/>
          <p:cNvSpPr txBox="1"/>
          <p:nvPr>
            <p:custDataLst>
              <p:tags r:id="rId100"/>
            </p:custDataLst>
          </p:nvPr>
        </p:nvSpPr>
        <p:spPr>
          <a:xfrm>
            <a:off x="0" y="3840099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accent2"/>
              </a:solidFill>
              <a:latin typeface="Calibri" panose="020F0502020204030204" pitchFamily="34" charset="0"/>
            </a:endParaRPr>
          </a:p>
        </p:txBody>
      </p:sp>
      <p:sp>
        <p:nvSpPr>
          <p:cNvPr id="9621" name="OTLSHAPE_T_57f5429952d14bf49102a5a5faf30e1a_JoinedDate" hidden="1"/>
          <p:cNvSpPr txBox="1"/>
          <p:nvPr>
            <p:custDataLst>
              <p:tags r:id="rId101"/>
            </p:custDataLst>
          </p:nvPr>
        </p:nvSpPr>
        <p:spPr>
          <a:xfrm>
            <a:off x="0" y="3840099"/>
            <a:ext cx="5842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smtClean="0">
                <a:solidFill>
                  <a:schemeClr val="dk2"/>
                </a:solidFill>
                <a:latin typeface="Calibri" panose="020F0502020204030204" pitchFamily="34" charset="0"/>
              </a:rPr>
              <a:t>9/18 - 10/3</a:t>
            </a:r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9622" name="OTLSHAPE_T_57f5429952d14bf49102a5a5faf30e1a_StartDate" hidden="1"/>
          <p:cNvSpPr txBox="1"/>
          <p:nvPr>
            <p:custDataLst>
              <p:tags r:id="rId102"/>
            </p:custDataLst>
          </p:nvPr>
        </p:nvSpPr>
        <p:spPr>
          <a:xfrm>
            <a:off x="0" y="3995124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9623" name="OTLSHAPE_T_57f5429952d14bf49102a5a5faf30e1a_EndDate" hidden="1"/>
          <p:cNvSpPr txBox="1"/>
          <p:nvPr>
            <p:custDataLst>
              <p:tags r:id="rId103"/>
            </p:custDataLst>
          </p:nvPr>
        </p:nvSpPr>
        <p:spPr>
          <a:xfrm>
            <a:off x="0" y="3995124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9624" name="OTLSHAPE_T_57f5429952d14bf49102a5a5faf30e1a_Duration"/>
          <p:cNvSpPr txBox="1"/>
          <p:nvPr>
            <p:custDataLst>
              <p:tags r:id="rId104"/>
            </p:custDataLst>
          </p:nvPr>
        </p:nvSpPr>
        <p:spPr>
          <a:xfrm>
            <a:off x="6340841" y="3847846"/>
            <a:ext cx="508000" cy="20154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300" spc="-16" smtClean="0">
                <a:solidFill>
                  <a:schemeClr val="lt1"/>
                </a:solidFill>
                <a:latin typeface="Calibri" panose="020F0502020204030204" pitchFamily="34" charset="0"/>
              </a:rPr>
              <a:t>12 days</a:t>
            </a:r>
            <a:endParaRPr lang="en-US" sz="1300" spc="-16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9625" name="OTLSHAPE_T_57f5429952d14bf49102a5a5faf30e1a_Title"/>
          <p:cNvSpPr txBox="1"/>
          <p:nvPr>
            <p:custDataLst>
              <p:tags r:id="rId105"/>
            </p:custDataLst>
          </p:nvPr>
        </p:nvSpPr>
        <p:spPr>
          <a:xfrm>
            <a:off x="127000" y="3840099"/>
            <a:ext cx="571500" cy="21704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400" b="1" spc="-14" smtClean="0">
                <a:solidFill>
                  <a:srgbClr val="1E6598"/>
                </a:solidFill>
                <a:latin typeface="Calibri" panose="020F0502020204030204" pitchFamily="34" charset="0"/>
              </a:rPr>
              <a:t>Phase 2</a:t>
            </a:r>
            <a:endParaRPr lang="en-US" sz="1400" b="1" spc="-14">
              <a:solidFill>
                <a:srgbClr val="1E6598"/>
              </a:solidFill>
              <a:latin typeface="Calibri" panose="020F0502020204030204" pitchFamily="34" charset="0"/>
            </a:endParaRPr>
          </a:p>
        </p:txBody>
      </p:sp>
      <p:sp>
        <p:nvSpPr>
          <p:cNvPr id="9626" name="OTLSHAPE_T_b0ce345f5e2e422f9154b35d4c1d61d1_Shape"/>
          <p:cNvSpPr/>
          <p:nvPr>
            <p:custDataLst>
              <p:tags r:id="rId106"/>
            </p:custDataLst>
          </p:nvPr>
        </p:nvSpPr>
        <p:spPr>
          <a:xfrm>
            <a:off x="4976294" y="4090289"/>
            <a:ext cx="1219200" cy="155025"/>
          </a:xfrm>
          <a:prstGeom prst="chevron">
            <a:avLst/>
          </a:prstGeom>
          <a:solidFill>
            <a:srgbClr val="2683C6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627" name="OTLSHAPE_T_b0ce345f5e2e422f9154b35d4c1d61d1_ShapePercentage" hidden="1"/>
          <p:cNvSpPr/>
          <p:nvPr>
            <p:custDataLst>
              <p:tags r:id="rId107"/>
            </p:custDataLst>
          </p:nvPr>
        </p:nvSpPr>
        <p:spPr>
          <a:xfrm>
            <a:off x="4976294" y="4090289"/>
            <a:ext cx="0" cy="0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628" name="OTLSHAPE_T_b0ce345f5e2e422f9154b35d4c1d61d1_TextPercentage" hidden="1"/>
          <p:cNvSpPr txBox="1"/>
          <p:nvPr>
            <p:custDataLst>
              <p:tags r:id="rId108"/>
            </p:custDataLst>
          </p:nvPr>
        </p:nvSpPr>
        <p:spPr>
          <a:xfrm>
            <a:off x="0" y="4082542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accent2"/>
              </a:solidFill>
              <a:latin typeface="Calibri" panose="020F0502020204030204" pitchFamily="34" charset="0"/>
            </a:endParaRPr>
          </a:p>
        </p:txBody>
      </p:sp>
      <p:sp>
        <p:nvSpPr>
          <p:cNvPr id="9629" name="OTLSHAPE_T_b0ce345f5e2e422f9154b35d4c1d61d1_JoinedDate" hidden="1"/>
          <p:cNvSpPr txBox="1"/>
          <p:nvPr>
            <p:custDataLst>
              <p:tags r:id="rId109"/>
            </p:custDataLst>
          </p:nvPr>
        </p:nvSpPr>
        <p:spPr>
          <a:xfrm>
            <a:off x="0" y="4082542"/>
            <a:ext cx="5842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smtClean="0">
                <a:solidFill>
                  <a:schemeClr val="dk2"/>
                </a:solidFill>
                <a:latin typeface="Calibri" panose="020F0502020204030204" pitchFamily="34" charset="0"/>
              </a:rPr>
              <a:t>9/18 - 9/23</a:t>
            </a:r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9630" name="OTLSHAPE_T_b0ce345f5e2e422f9154b35d4c1d61d1_StartDate" hidden="1"/>
          <p:cNvSpPr txBox="1"/>
          <p:nvPr>
            <p:custDataLst>
              <p:tags r:id="rId110"/>
            </p:custDataLst>
          </p:nvPr>
        </p:nvSpPr>
        <p:spPr>
          <a:xfrm>
            <a:off x="0" y="4237567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9631" name="OTLSHAPE_T_b0ce345f5e2e422f9154b35d4c1d61d1_EndDate" hidden="1"/>
          <p:cNvSpPr txBox="1"/>
          <p:nvPr>
            <p:custDataLst>
              <p:tags r:id="rId111"/>
            </p:custDataLst>
          </p:nvPr>
        </p:nvSpPr>
        <p:spPr>
          <a:xfrm>
            <a:off x="0" y="4237567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9632" name="OTLSHAPE_T_b0ce345f5e2e422f9154b35d4c1d61d1_Duration"/>
          <p:cNvSpPr txBox="1"/>
          <p:nvPr>
            <p:custDataLst>
              <p:tags r:id="rId112"/>
            </p:custDataLst>
          </p:nvPr>
        </p:nvSpPr>
        <p:spPr>
          <a:xfrm>
            <a:off x="5420618" y="4090289"/>
            <a:ext cx="3302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spc="-8" smtClean="0">
                <a:solidFill>
                  <a:schemeClr val="lt1"/>
                </a:solidFill>
                <a:latin typeface="Calibri" panose="020F0502020204030204" pitchFamily="34" charset="0"/>
              </a:rPr>
              <a:t>5 days</a:t>
            </a:r>
            <a:endParaRPr lang="en-US" sz="1000" spc="-8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9633" name="OTLSHAPE_T_b0ce345f5e2e422f9154b35d4c1d61d1_Title"/>
          <p:cNvSpPr txBox="1"/>
          <p:nvPr>
            <p:custDataLst>
              <p:tags r:id="rId113"/>
            </p:custDataLst>
          </p:nvPr>
        </p:nvSpPr>
        <p:spPr>
          <a:xfrm>
            <a:off x="127000" y="4082542"/>
            <a:ext cx="5969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100" spc="-6" smtClean="0">
                <a:solidFill>
                  <a:srgbClr val="0070C0"/>
                </a:solidFill>
                <a:latin typeface="Calibri" panose="020F0502020204030204" pitchFamily="34" charset="0"/>
              </a:rPr>
              <a:t>Sub-task 1</a:t>
            </a:r>
            <a:endParaRPr lang="en-US" sz="1100" spc="-6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9634" name="OTLSHAPE_T_d480600ded4042c48ee5e80e5b71a336_Shape"/>
          <p:cNvSpPr/>
          <p:nvPr>
            <p:custDataLst>
              <p:tags r:id="rId114"/>
            </p:custDataLst>
          </p:nvPr>
        </p:nvSpPr>
        <p:spPr>
          <a:xfrm>
            <a:off x="6189173" y="4286208"/>
            <a:ext cx="609600" cy="155025"/>
          </a:xfrm>
          <a:prstGeom prst="homePlate">
            <a:avLst/>
          </a:prstGeom>
          <a:solidFill>
            <a:srgbClr val="2683C6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35" name="OTLSHAPE_T_d480600ded4042c48ee5e80e5b71a336_ShapePercentage" hidden="1"/>
          <p:cNvSpPr/>
          <p:nvPr>
            <p:custDataLst>
              <p:tags r:id="rId115"/>
            </p:custDataLst>
          </p:nvPr>
        </p:nvSpPr>
        <p:spPr>
          <a:xfrm>
            <a:off x="6189173" y="4286208"/>
            <a:ext cx="0" cy="0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36" name="OTLSHAPE_T_d480600ded4042c48ee5e80e5b71a336_TextPercentage" hidden="1"/>
          <p:cNvSpPr txBox="1"/>
          <p:nvPr>
            <p:custDataLst>
              <p:tags r:id="rId116"/>
            </p:custDataLst>
          </p:nvPr>
        </p:nvSpPr>
        <p:spPr>
          <a:xfrm>
            <a:off x="0" y="4278461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accent2"/>
              </a:solidFill>
              <a:latin typeface="Calibri" panose="020F0502020204030204" pitchFamily="34" charset="0"/>
            </a:endParaRPr>
          </a:p>
        </p:txBody>
      </p:sp>
      <p:sp>
        <p:nvSpPr>
          <p:cNvPr id="9637" name="OTLSHAPE_T_d480600ded4042c48ee5e80e5b71a336_JoinedDate" hidden="1"/>
          <p:cNvSpPr txBox="1"/>
          <p:nvPr>
            <p:custDataLst>
              <p:tags r:id="rId117"/>
            </p:custDataLst>
          </p:nvPr>
        </p:nvSpPr>
        <p:spPr>
          <a:xfrm>
            <a:off x="0" y="4278461"/>
            <a:ext cx="5842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smtClean="0">
                <a:solidFill>
                  <a:schemeClr val="dk2"/>
                </a:solidFill>
                <a:latin typeface="Calibri" panose="020F0502020204030204" pitchFamily="34" charset="0"/>
              </a:rPr>
              <a:t>9/24 - 9/26</a:t>
            </a:r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9638" name="OTLSHAPE_T_d480600ded4042c48ee5e80e5b71a336_StartDate" hidden="1"/>
          <p:cNvSpPr txBox="1"/>
          <p:nvPr>
            <p:custDataLst>
              <p:tags r:id="rId118"/>
            </p:custDataLst>
          </p:nvPr>
        </p:nvSpPr>
        <p:spPr>
          <a:xfrm>
            <a:off x="0" y="4433485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9639" name="OTLSHAPE_T_d480600ded4042c48ee5e80e5b71a336_EndDate" hidden="1"/>
          <p:cNvSpPr txBox="1"/>
          <p:nvPr>
            <p:custDataLst>
              <p:tags r:id="rId119"/>
            </p:custDataLst>
          </p:nvPr>
        </p:nvSpPr>
        <p:spPr>
          <a:xfrm>
            <a:off x="0" y="4433485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9640" name="OTLSHAPE_T_d480600ded4042c48ee5e80e5b71a336_Duration"/>
          <p:cNvSpPr txBox="1"/>
          <p:nvPr>
            <p:custDataLst>
              <p:tags r:id="rId120"/>
            </p:custDataLst>
          </p:nvPr>
        </p:nvSpPr>
        <p:spPr>
          <a:xfrm>
            <a:off x="6330277" y="4286208"/>
            <a:ext cx="3302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spc="-8" smtClean="0">
                <a:solidFill>
                  <a:schemeClr val="lt1"/>
                </a:solidFill>
                <a:latin typeface="Calibri" panose="020F0502020204030204" pitchFamily="34" charset="0"/>
              </a:rPr>
              <a:t>2 days</a:t>
            </a:r>
            <a:endParaRPr lang="en-US" sz="1000" spc="-8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9641" name="OTLSHAPE_T_d480600ded4042c48ee5e80e5b71a336_Title"/>
          <p:cNvSpPr txBox="1"/>
          <p:nvPr>
            <p:custDataLst>
              <p:tags r:id="rId121"/>
            </p:custDataLst>
          </p:nvPr>
        </p:nvSpPr>
        <p:spPr>
          <a:xfrm>
            <a:off x="127000" y="4278461"/>
            <a:ext cx="5969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100" spc="-6" smtClean="0">
                <a:solidFill>
                  <a:srgbClr val="0070C0"/>
                </a:solidFill>
                <a:latin typeface="Calibri" panose="020F0502020204030204" pitchFamily="34" charset="0"/>
              </a:rPr>
              <a:t>Sub-task 2</a:t>
            </a:r>
            <a:endParaRPr lang="en-US" sz="1100" spc="-6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9642" name="OTLSHAPE_T_2f8fa4073845497c985961879fe02bd9_Shape"/>
          <p:cNvSpPr/>
          <p:nvPr>
            <p:custDataLst>
              <p:tags r:id="rId122"/>
            </p:custDataLst>
          </p:nvPr>
        </p:nvSpPr>
        <p:spPr>
          <a:xfrm>
            <a:off x="6795612" y="4482126"/>
            <a:ext cx="1422400" cy="155025"/>
          </a:xfrm>
          <a:prstGeom prst="chevron">
            <a:avLst/>
          </a:prstGeom>
          <a:solidFill>
            <a:srgbClr val="2683C6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643" name="OTLSHAPE_T_2f8fa4073845497c985961879fe02bd9_ShapePercentage" hidden="1"/>
          <p:cNvSpPr/>
          <p:nvPr>
            <p:custDataLst>
              <p:tags r:id="rId123"/>
            </p:custDataLst>
          </p:nvPr>
        </p:nvSpPr>
        <p:spPr>
          <a:xfrm>
            <a:off x="6795612" y="4482126"/>
            <a:ext cx="0" cy="0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644" name="OTLSHAPE_T_2f8fa4073845497c985961879fe02bd9_TextPercentage" hidden="1"/>
          <p:cNvSpPr txBox="1"/>
          <p:nvPr>
            <p:custDataLst>
              <p:tags r:id="rId124"/>
            </p:custDataLst>
          </p:nvPr>
        </p:nvSpPr>
        <p:spPr>
          <a:xfrm>
            <a:off x="0" y="4474379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accent2"/>
              </a:solidFill>
              <a:latin typeface="Calibri" panose="020F0502020204030204" pitchFamily="34" charset="0"/>
            </a:endParaRPr>
          </a:p>
        </p:txBody>
      </p:sp>
      <p:sp>
        <p:nvSpPr>
          <p:cNvPr id="9645" name="OTLSHAPE_T_2f8fa4073845497c985961879fe02bd9_JoinedDate" hidden="1"/>
          <p:cNvSpPr txBox="1"/>
          <p:nvPr>
            <p:custDataLst>
              <p:tags r:id="rId125"/>
            </p:custDataLst>
          </p:nvPr>
        </p:nvSpPr>
        <p:spPr>
          <a:xfrm>
            <a:off x="0" y="4474379"/>
            <a:ext cx="5842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smtClean="0">
                <a:solidFill>
                  <a:schemeClr val="dk2"/>
                </a:solidFill>
                <a:latin typeface="Calibri" panose="020F0502020204030204" pitchFamily="34" charset="0"/>
              </a:rPr>
              <a:t>9/27 - 10/3</a:t>
            </a:r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9646" name="OTLSHAPE_T_2f8fa4073845497c985961879fe02bd9_StartDate" hidden="1"/>
          <p:cNvSpPr txBox="1"/>
          <p:nvPr>
            <p:custDataLst>
              <p:tags r:id="rId126"/>
            </p:custDataLst>
          </p:nvPr>
        </p:nvSpPr>
        <p:spPr>
          <a:xfrm>
            <a:off x="0" y="4629404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9647" name="OTLSHAPE_T_2f8fa4073845497c985961879fe02bd9_EndDate" hidden="1"/>
          <p:cNvSpPr txBox="1"/>
          <p:nvPr>
            <p:custDataLst>
              <p:tags r:id="rId127"/>
            </p:custDataLst>
          </p:nvPr>
        </p:nvSpPr>
        <p:spPr>
          <a:xfrm>
            <a:off x="0" y="4629404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9648" name="OTLSHAPE_T_2f8fa4073845497c985961879fe02bd9_Duration"/>
          <p:cNvSpPr txBox="1"/>
          <p:nvPr>
            <p:custDataLst>
              <p:tags r:id="rId128"/>
            </p:custDataLst>
          </p:nvPr>
        </p:nvSpPr>
        <p:spPr>
          <a:xfrm>
            <a:off x="7341009" y="4482126"/>
            <a:ext cx="3302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spc="-8" smtClean="0">
                <a:solidFill>
                  <a:schemeClr val="lt1"/>
                </a:solidFill>
                <a:latin typeface="Calibri" panose="020F0502020204030204" pitchFamily="34" charset="0"/>
              </a:rPr>
              <a:t>5 days</a:t>
            </a:r>
            <a:endParaRPr lang="en-US" sz="1000" spc="-8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9649" name="OTLSHAPE_T_2f8fa4073845497c985961879fe02bd9_Title"/>
          <p:cNvSpPr txBox="1"/>
          <p:nvPr>
            <p:custDataLst>
              <p:tags r:id="rId129"/>
            </p:custDataLst>
          </p:nvPr>
        </p:nvSpPr>
        <p:spPr>
          <a:xfrm>
            <a:off x="127000" y="4474379"/>
            <a:ext cx="5969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100" spc="-6" smtClean="0">
                <a:solidFill>
                  <a:srgbClr val="0070C0"/>
                </a:solidFill>
                <a:latin typeface="Calibri" panose="020F0502020204030204" pitchFamily="34" charset="0"/>
              </a:rPr>
              <a:t>Sub-task 3</a:t>
            </a:r>
            <a:endParaRPr lang="en-US" sz="1100" spc="-6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9650" name="OTLSHAPE_T_452ffbff643449bf898b842030269d79_Shape"/>
          <p:cNvSpPr/>
          <p:nvPr>
            <p:custDataLst>
              <p:tags r:id="rId130"/>
            </p:custDataLst>
          </p:nvPr>
        </p:nvSpPr>
        <p:spPr>
          <a:xfrm>
            <a:off x="6795612" y="4678045"/>
            <a:ext cx="1219200" cy="155025"/>
          </a:xfrm>
          <a:prstGeom prst="homePlate">
            <a:avLst/>
          </a:prstGeom>
          <a:solidFill>
            <a:srgbClr val="2683C6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51" name="OTLSHAPE_T_452ffbff643449bf898b842030269d79_ShapePercentage" hidden="1"/>
          <p:cNvSpPr/>
          <p:nvPr>
            <p:custDataLst>
              <p:tags r:id="rId131"/>
            </p:custDataLst>
          </p:nvPr>
        </p:nvSpPr>
        <p:spPr>
          <a:xfrm>
            <a:off x="6795612" y="4678045"/>
            <a:ext cx="0" cy="0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52" name="OTLSHAPE_T_452ffbff643449bf898b842030269d79_TextPercentage" hidden="1"/>
          <p:cNvSpPr txBox="1"/>
          <p:nvPr>
            <p:custDataLst>
              <p:tags r:id="rId132"/>
            </p:custDataLst>
          </p:nvPr>
        </p:nvSpPr>
        <p:spPr>
          <a:xfrm>
            <a:off x="0" y="4670298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accent2"/>
              </a:solidFill>
              <a:latin typeface="Calibri" panose="020F0502020204030204" pitchFamily="34" charset="0"/>
            </a:endParaRPr>
          </a:p>
        </p:txBody>
      </p:sp>
      <p:sp>
        <p:nvSpPr>
          <p:cNvPr id="9653" name="OTLSHAPE_T_452ffbff643449bf898b842030269d79_JoinedDate" hidden="1"/>
          <p:cNvSpPr txBox="1"/>
          <p:nvPr>
            <p:custDataLst>
              <p:tags r:id="rId133"/>
            </p:custDataLst>
          </p:nvPr>
        </p:nvSpPr>
        <p:spPr>
          <a:xfrm>
            <a:off x="0" y="4670298"/>
            <a:ext cx="5842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smtClean="0">
                <a:solidFill>
                  <a:schemeClr val="dk2"/>
                </a:solidFill>
                <a:latin typeface="Calibri" panose="020F0502020204030204" pitchFamily="34" charset="0"/>
              </a:rPr>
              <a:t>9/27 - 10/2</a:t>
            </a:r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9654" name="OTLSHAPE_T_452ffbff643449bf898b842030269d79_StartDate" hidden="1"/>
          <p:cNvSpPr txBox="1"/>
          <p:nvPr>
            <p:custDataLst>
              <p:tags r:id="rId134"/>
            </p:custDataLst>
          </p:nvPr>
        </p:nvSpPr>
        <p:spPr>
          <a:xfrm>
            <a:off x="0" y="4825323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9655" name="OTLSHAPE_T_452ffbff643449bf898b842030269d79_EndDate" hidden="1"/>
          <p:cNvSpPr txBox="1"/>
          <p:nvPr>
            <p:custDataLst>
              <p:tags r:id="rId135"/>
            </p:custDataLst>
          </p:nvPr>
        </p:nvSpPr>
        <p:spPr>
          <a:xfrm>
            <a:off x="0" y="4825323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9656" name="OTLSHAPE_T_452ffbff643449bf898b842030269d79_Duration"/>
          <p:cNvSpPr txBox="1"/>
          <p:nvPr>
            <p:custDataLst>
              <p:tags r:id="rId136"/>
            </p:custDataLst>
          </p:nvPr>
        </p:nvSpPr>
        <p:spPr>
          <a:xfrm>
            <a:off x="7239936" y="4678045"/>
            <a:ext cx="3302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spc="-8" smtClean="0">
                <a:solidFill>
                  <a:schemeClr val="lt1"/>
                </a:solidFill>
                <a:latin typeface="Calibri" panose="020F0502020204030204" pitchFamily="34" charset="0"/>
              </a:rPr>
              <a:t>4 days</a:t>
            </a:r>
            <a:endParaRPr lang="en-US" sz="1000" spc="-8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9657" name="OTLSHAPE_T_452ffbff643449bf898b842030269d79_Title"/>
          <p:cNvSpPr txBox="1"/>
          <p:nvPr>
            <p:custDataLst>
              <p:tags r:id="rId137"/>
            </p:custDataLst>
          </p:nvPr>
        </p:nvSpPr>
        <p:spPr>
          <a:xfrm>
            <a:off x="127000" y="4670298"/>
            <a:ext cx="5969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100" spc="-6" smtClean="0">
                <a:solidFill>
                  <a:srgbClr val="0070C0"/>
                </a:solidFill>
                <a:latin typeface="Calibri" panose="020F0502020204030204" pitchFamily="34" charset="0"/>
              </a:rPr>
              <a:t>Sub-task 4</a:t>
            </a:r>
            <a:endParaRPr lang="en-US" sz="1100" spc="-6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430275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5404974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TOMATICUPGRADETODOMPROCESSRUN" val="True"/>
  <p:tag name="__PART_0" val="eyIkaWQiOiIxIiwiQ3VsdHVyZUluZm9OYW1lIjoiZW4tVVMiLCJTdHlsZU5hbWUiOiJTdGFuZGFyZCIsIklzVGVtcGxhdGUiOnRydWUsIlZlcnNpb24iOnsiJGlkIjoiMiIsIlZlcnNpb24iOiIzLjAuMSIsIk9yaWdpbmFsQXNzZW1ibHlWZXJzaW9uIjoiMi4wMi4wMS4wMCIsIkVkaXRpb24iOiJQbHVzIiwiSXNQbHVzRWRpdGlvbiI6dHJ1ZX0sIkVmZmVjdCI6MSwiU3R5bGUiOnsiJGlkIjoiMyIsIlRpbWViYW5kU3R5bGUiOnsiJGlkIjoiNCIsIlNjYWxlTWFya2luZyI6MCwiU2hhcGUiOjAsIlNoYXBlU3R5bGUiOnsiJGlkIjoiNSIsIk1hcmdpbiI6eyIkaWQiOiI2IiwiVG9wIjowLCJMZWZ0IjoxMiwiUmlnaHQiOjEyLCJCb3R0b20iOjB9LCJQYWRkaW5nIjp7IiRpZCI6IjciLCJUb3AiOjUsIkxlZnQiOjAsIlJpZ2h0IjowLCJCb3R0b20iOjV9LCJCYWNrZ3JvdW5kIjp7IiRpZCI6IjgiLCJDb2xvciI6eyIkaWQiOiI5IiwiQSI6MjU1LCJSIjozMSwiRyI6NzMsIkIiOjEyNX19LCJJc1Zpc2libGUiOnRydWUsIldpZHRoIjo4NTguMCwiSGVpZ2h0IjozMC4wLCJCb3JkZXJTdHlsZSI6eyIkaWQiOiIxMCIsIkxpbmVDb2xvciI6eyIkaWQiOiIxMSIsIiR0eXBlIjoiTkxSRS5Db21tb24uRG9tLlNvbGlkQ29sb3JCcnVzaCwgTkxSRS5Db21tb24iLCJDb2xvciI6eyIkaWQiOiIxMiIsIkEiOjI1NSwiUiI6MjU1LCJHIjowLCJCIjowfX0sIkxpbmVXZWlnaHQiOjAuMCwiTGluZVR5cGUiOjAsIlBhcmVudFN0eWxlIjpudWxsfSwiUGFyZW50U3R5bGUiOm51bGx9LCJSaWdodEVuZENhcHNTdHlsZSI6eyIkaWQiOiIxMyIsIkZvbnRTZXR0aW5ncyI6eyIkaWQiOiIxNCIsIkZvbnRTaXplIjoxOCwiRm9udE5hbWUiOiJDYWxpYnJpIiwiSXNCb2xkIjp0cnVlLCJJc0l0YWxpYyI6ZmFsc2UsIklzVW5kZXJsaW5lZCI6ZmFsc2UsIlBhcmVudFN0eWxlIjpudWxsfSwiQXV0b1NpemUiOjAsIkZvcmVncm91bmQiOnsiJGlkIjoiMTUiLCJDb2xvciI6eyIkaWQiOiIxNiIsIkEiOjI1NSwiUiI6MjM3LCJHIjoxMjUsIkIiOjQ5fX0sIk1heFdpZHRoIjoiSW5maW5pdHkiLCJNYXhIZWlnaHQiOiJJbmZpbml0eSIsIlNtYXJ0Rm9yZWdyb3VuZElzQWN0aXZlIjpmYWxzZSwiSG9yaXpvbnRhbEFsaWdubWVudCI6MCwiVmVydGljYWxBbGlnbm1lbnQiOjAsIlNtYXJ0Rm9yZWdyb3VuZCI6bnVsbCwiTWFyZ2luIjp7IiRpZCI6IjE3IiwiVG9wIjowLCJMZWZ0IjowLCJSaWdodCI6MjUsIkJvdHRvbSI6MH0sIlBhZGRpbmciOnsiJGlkIjoiMTgiLCJUb3AiOjAsIkxlZnQiOjAsIlJpZ2h0IjowLCJCb3R0b20iOjB9LCJCYWNrZ3JvdW5kIjp7IiRpZCI6IjE5IiwiQ29sb3IiOnsiJGlkIjoiMjAiLCJBIjo4OSwiUiI6MCwiRyI6MCwiQiI6MH19LCJJc1Zpc2libGUiOmZhbHNlLCJXaWR0aCI6MC4wLCJIZWlnaHQiOjAuMCwiQm9yZGVyU3R5bGUiOm51bGwsIlBhcmVudFN0eWxlIjpudWxsfSwiTGVmdEVuZENhcHNTdHlsZSI6eyIkaWQiOiIyMSIsIkZvbnRTZXR0aW5ncyI6eyIkaWQiOiIyMiIsIkZvbnRTaXplIjoxOCwiRm9udE5hbWUiOiJDYWxpYnJpIiwiSXNCb2xkIjp0cnVlLCJJc0l0YWxpYyI6ZmFsc2UsIklzVW5kZXJsaW5lZCI6ZmFsc2UsIlBhcmVudFN0eWxlIjpudWxsfSwiQXV0b1NpemUiOjAsIkZvcmVncm91bmQiOnsiJGlkIjoiMjMiLCJDb2xvciI6eyIkaWQiOiIyNCIsIkEiOjI1NSwiUiI6MjM3LCJHIjoxMjUsIkIiOjQ5fX0sIk1heFdpZHRoIjoiSW5maW5pdHkiLCJNYXhIZWlnaHQiOiJJbmZpbml0eSIsIlNtYXJ0Rm9yZWdyb3VuZElzQWN0aXZlIjpmYWxzZSwiSG9yaXpvbnRhbEFsaWdubWVudCI6MCwiVmVydGljYWxBbGlnbm1lbnQiOjAsIlNtYXJ0Rm9yZWdyb3VuZCI6bnVsbCwiTWFyZ2luIjp7IiRpZCI6IjI1IiwiVG9wIjowLCJMZWZ0IjoyNSwiUmlnaHQiOjAsIkJvdHRvbSI6MH0sIlBhZGRpbmciOnsiJGlkIjoiMjYiLCJUb3AiOjAsIkxlZnQiOjAsIlJpZ2h0IjowLCJCb3R0b20iOjB9LCJCYWNrZ3JvdW5kIjp7IiRpZCI6IjI3IiwiQ29sb3IiOnsiJHJlZiI6IjIwIn19LCJJc1Zpc2libGUiOmZhbHNlLCJXaWR0aCI6MC4wLCJIZWlnaHQiOjAuMCwiQm9yZGVyU3R5bGUiOm51bGwsIlBhcmVudFN0eWxlIjpudWxsfSwiVG9kYXlUZXh0U3R5bGUiOnsiJGlkIjoiMjgiLCJGb250U2V0dGluZ3MiOnsiJGlkIjoiMjkiLCJGb250U2l6ZSI6MTIsIkZvbnROYW1lIjoiQ2FsaWJyaSIsIklzQm9sZCI6ZmFsc2UsIklzSXRhbGljIjpmYWxzZSwiSXNVbmRlcmxpbmVkIjpmYWxzZSwiUGFyZW50U3R5bGUiOm51bGx9LCJBdXRvU2l6ZSI6MCwiRm9yZWdyb3VuZCI6eyIkaWQiOiIzMCIsIkNvbG9yIjp7IiRpZCI6IjMxIiwiQSI6MjU1LCJSIjowLCJHIjowLCJCIjowfX0sIk1heFdpZHRoIjoyMDAuMCwiTWF4SGVpZ2h0IjoiSW5maW5pdHkiLCJTbWFydEZvcmVncm91bmRJc0FjdGl2ZSI6ZmFsc2UsIkhvcml6b250YWxBbGlnbm1lbnQiOjAsIlZlcnRpY2FsQWxpZ25tZW50IjowLCJTbWFydEZvcmVncm91bmQiOm51bGwsIk1hcmdpbiI6eyIkaWQiOiIzMiIsIlRvcCI6MCwiTGVmdCI6MCwiUmlnaHQiOjAsIkJvdHRvbSI6MH0sIlBhZGRpbmciOnsiJGlkIjoiMzMiLCJUb3AiOjAsIkxlZnQiOjAsIlJpZ2h0IjowLCJCb3R0b20iOjB9LCJCYWNrZ3JvdW5kIjp7IiRpZCI6IjM0IiwiQ29sb3IiOnsiJHJlZiI6IjIwIn19LCJJc1Zpc2libGUiOnRydWUsIldpZHRoIjowLjAsIkhlaWdodCI6MC4wLCJCb3JkZXJTdHlsZSI6bnVsbCwiUGFyZW50U3R5bGUiOm51bGx9LCJUb2RheU1hcmtlclN0eWxlIjp7IiRpZCI6IjM1IiwiTWFyZ2luIjp7IiRpZCI6IjM2IiwiVG9wIjowLCJMZWZ0IjowLCJSaWdodCI6MCwiQm90dG9tIjowfSwiUGFkZGluZyI6eyIkaWQiOiIzNyIsIlRvcCI6MCwiTGVmdCI6MCwiUmlnaHQiOjAsIkJvdHRvbSI6MH0sIkJhY2tncm91bmQiOnsiJGlkIjoiMzgiLCJDb2xvciI6eyIkaWQiOiIzOSIsIkEiOjI1NSwiUiI6MTc4LCJHIjoxNCwiQiI6MTh9fSwiSXNWaXNpYmxlIjp0cnVlLCJXaWR0aCI6MC4wLCJIZWlnaHQiOjAuMCwiQm9yZGVyU3R5bGUiOm51bGwsIlBhcmVudFN0eWxlIjpudWxsfSwiU2NhbGVTdHlsZSI6eyIkaWQiOiI0MCIsIlNob3dTZWdtZW50U2VwYXJhdG9ycyI6dHJ1ZSwiU2VnbWVudFNlcGFyYXRvck9wYWNpdHkiOjMwLCJGb250U2V0dGluZ3MiOnsiJGlkIjoiNDEiLCJGb250U2l6ZSI6MTIsIkZvbnROYW1lIjoiQ2FsaWJyaSIsIklzQm9sZCI6ZmFsc2UsIklzSXRhbGljIjpmYWxzZSwiSXNVbmRlcmxpbmVkIjpmYWxzZSwiUGFyZW50U3R5bGUiOm51bGx9LCJBdXRvU2l6ZSI6MCwiRm9yZWdyb3VuZCI6eyIkaWQiOiI0MiIsIkNvbG9yIjp7IiRpZCI6IjQzIiwiQSI6MjU1LCJSIjoyNTUsIkciOjI1NSwiQiI6MjU1fX0sIk1heFdpZHRoIjoyMDAuMCwiTWF4SGVpZ2h0IjoiSW5maW5pdHkiLCJTbWFydEZvcmVncm91bmRJc0FjdGl2ZSI6ZmFsc2UsIkhvcml6b250YWxBbGlnbm1lbnQiOjAsIlZlcnRpY2FsQWxpZ25tZW50IjoxLCJTbWFydEZvcmVncm91bmQiOm51bGwsIk1hcmdpbiI6eyIkaWQiOiI0NCIsIlRvcCI6MCwiTGVmdCI6NSwiUmlnaHQiOjAsIkJvdHRvbSI6MH0sIlBhZGRpbmciOnsiJGlkIjoiNDUiLCJUb3AiOjAsIkxlZnQiOjAsIlJpZ2h0IjowLCJCb3R0b20iOjB9LCJCYWNrZ3JvdW5kIjp7IiRpZCI6IjQ2IiwiQ29sb3IiOnsiJHJlZiI6IjIwIn19LCJJc1Zpc2libGUiOnRydWUsIldpZHRoIjowLjAsIkhlaWdodCI6MC4wLCJCb3JkZXJTdHlsZSI6bnVsbCwiUGFyZW50U3R5bGUiOm51bGx9LCJFbGFwc2VkVGltZUJhY2tncm91bmQiOnsiJGlkIjoiNDciLCJDb2xvciI6eyIkaWQiOiI0OCIsIkEiOjE5MSwiUiI6MTc4LCJHIjoxNCwiQiI6MTh9fSwiQXBwZW5kWWVhck9uWWVhckNoYW5nZSI6dHJ1ZSwiRWxhcHNlZFRpbWVGb3JtYXQiOjIsIlRvZGF5TWFya2VyUG9zaXRpb24iOjIsIlF1aWNrUG9zaXRpb24iOjMsIkFic29sdXRlUG9zaXRpb24iOjE2Mi4wLCJNYXJnaW4iOnsiJGlkIjoiNDkiLCJUb3AiOjAsIkxlZnQiOjEwLCJSaWdodCI6MTAsIkJvdHRvbSI6MH0sIlBhZGRpbmciOnsiJGlkIjoiNTAiLCJUb3AiOjAsIkxlZnQiOjAsIlJpZ2h0IjowLCJCb3R0b20iOjB9LCJCYWNrZ3JvdW5kIjp7IiRpZCI6IjUxIiwiQ29sb3IiOnsiJGlkIjoiNTIiLCJBIjoyNTUsIlIiOjMxLCJHIjo3MywiQiI6MTI1fX0sIklzVmlzaWJsZSI6dHJ1ZSwiV2lkdGgiOjAuMCwiSGVpZ2h0IjowLjAsIkJvcmRlclN0eWxlIjpudWxsLCJQYXJlbnRTdHlsZSI6bnVsbH0sIkRlZmF1bHRNaWxlc3RvbmVTdHlsZSI6eyIkaWQiOiI1MyIsIlNoYXBlIjowLCJDb25uZWN0b3JNYXJnaW4iOnsiJGlkIjoiNTQiLCJUb3AiOjAsIkxlZnQiOjIsIlJpZ2h0IjoyLCJCb3R0b20iOjB9LCJDb25uZWN0b3JTdHlsZSI6eyIkaWQiOiI1NSIsIkxpbmVDb2xvciI6eyIkaWQiOiI1NiIsIiR0eXBlIjoiTkxSRS5Db21tb24uRG9tLlNvbGlkQ29sb3JCcnVzaCwgTkxSRS5Db21tb24iLCJDb2xvciI6eyIkaWQiOiI1NyIsIkEiOjI1NSwiUiI6NzksIkciOjEyOSwiQiI6MTg5fX0sIkxpbmVXZWlnaHQiOjEuMCwiTGluZVR5cGUiOjAsIlBhcmVudFN0eWxlIjpudWxsfSwiSXNCZWxvd1RpbWViYW5kIjpmYWxzZSwiSGlkZURhdGUiOmZhbHNlLCJTaGFwZVNpemUiOjEsIlNwYWNpbmciOjEuMCwiUGFkZGluZyI6eyIkaWQiOiI1OCIsIlRvcCI6NywiTGVmdCI6MywiUmlnaHQiOjAsIkJvdHRvbSI6Mn0sIlNoYXBlU3R5bGUiOnsiJGlkIjoiNTkiLCJNYXJnaW4iOnsiJGlkIjoiNjAiLCJUb3AiOjAsIkxlZnQiOjAsIlJpZ2h0IjowLCJCb3R0b20iOjB9LCJQYWRkaW5nIjp7IiRpZCI6IjYxIiwiVG9wIjowLCJMZWZ0IjowLCJSaWdodCI6MCwiQm90dG9tIjowfSwiQmFja2dyb3VuZCI6bnVsbCwiSXNWaXNpYmxlIjp0cnVlLCJXaWR0aCI6MTguMCwiSGVpZ2h0IjoyMC4wLCJCb3JkZXJTdHlsZSI6eyIkaWQiOiI2MiIsIkxpbmVDb2xvciI6eyIkaWQiOiI2MyIsIiR0eXBlIjoiTkxSRS5Db21tb24uRG9tLlNvbGlkQ29sb3JCcnVzaCwgTkxSRS5Db21tb24iLCJDb2xvciI6eyIkaWQiOiI2NCIsIkEiOjI1NSwiUiI6MjU1LCJHIjowLCJCIjowfX0sIkxpbmVXZWlnaHQiOjAuMCwiTGluZVR5cGUiOjAsIlBhcmVudFN0eWxlIjpudWxsfSwiUGFyZW50U3R5bGUiOm51bGx9LCJUaXRsZVN0eWxlIjp7IiRpZCI6IjY1IiwiRm9udFNldHRpbmdzIjp7IiRpZCI6IjY2IiwiRm9udFNpemUiOjExLCJGb250TmFtZSI6IkNhbGlicmkiLCJJc0JvbGQiOnRydWUsIklzSXRhbGljIjpmYWxzZSwiSXNVbmRlcmxpbmVkIjpmYWxzZSwiUGFyZW50U3R5bGUiOm51bGx9LCJBdXRvU2l6ZSI6MCwiRm9yZWdyb3VuZCI6eyIkaWQiOiI2NyIsIkNvbG9yIjp7IiRpZCI6IjY4IiwiQSI6MjU1LCJSIjowLCJHIjowLCJCIjowfX0sIk1heFdpZHRoIjoyMDAuMCwiTWF4SGVpZ2h0IjoiSW5maW5pdHkiLCJTbWFydEZvcmVncm91bmRJc0FjdGl2ZSI6ZmFsc2UsIkhvcml6b250YWxBbGlnbm1lbnQiOjEsIlZlcnRpY2FsQWxpZ25tZW50IjowLCJTbWFydEZvcmVncm91bmQiOm51bGwsIk1hcmdpbiI6eyIkaWQiOiI2OSIsIlRvcCI6MCwiTGVmdCI6MCwiUmlnaHQiOjAsIkJvdHRvbSI6MH0sIlBhZGRpbmciOnsiJGlkIjoiNzAiLCJUb3AiOjAsIkxlZnQiOjAsIlJpZ2h0IjowLCJCb3R0b20iOjB9LCJCYWNrZ3JvdW5kIjp7IiRpZCI6IjcxIiwiQ29sb3IiOnsiJHJlZiI6IjIwIn19LCJJc1Zpc2libGUiOnRydWUsIldpZHRoIjowLjAsIkhlaWdodCI6MC4wLCJCb3JkZXJTdHlsZSI6bnVsbCwiUGFyZW50U3R5bGUiOm51bGx9LCJEYXRlU3R5bGUiOnsiJGlkIjoiNzIiLCJGb250U2V0dGluZ3MiOnsiJGlkIjoiNzMiLCJGb250U2l6ZSI6MTAsIkZvbnROYW1lIjoiQ2FsaWJyaSIsIklzQm9sZCI6ZmFsc2UsIklzSXRhbGljIjpmYWxzZSwiSXNVbmRlcmxpbmVkIjpmYWxzZSwiUGFyZW50U3R5bGUiOm51bGx9LCJBdXRvU2l6ZSI6MCwiRm9yZWdyb3VuZCI6eyIkaWQiOiI3NCIsIkNvbG9yIjp7IiRpZCI6Ijc1IiwiQSI6MjU1LCJSIjo2OCwiRyI6ODQsIkIiOjEwNn19LCJNYXhXaWR0aCI6MjAwLjAsIk1heEhlaWdodCI6IkluZmluaXR5IiwiU21hcnRGb3JlZ3JvdW5kSXNBY3RpdmUiOmZhbHNlLCJIb3Jpem9udGFsQWxpZ25tZW50IjowLCJWZXJ0aWNhbEFsaWdubWVudCI6MCwiU21hcnRGb3JlZ3JvdW5kIjpudWxsLCJNYXJnaW4iOnsiJGlkIjoiNzYiLCJUb3AiOjAsIkxlZnQiOjAsIlJpZ2h0IjowLCJCb3R0b20iOjB9LCJQYWRkaW5nIjp7IiRpZCI6Ijc3IiwiVG9wIjowLCJMZWZ0IjowLCJSaWdodCI6MCwiQm90dG9tIjowfSwiQmFja2dyb3VuZCI6eyIkaWQiOiI3OCIsIkNvbG9yIjp7IiRyZWYiOiIyMCJ9fSwiSXNWaXNpYmxlIjp0cnVlLCJXaWR0aCI6MC4wLCJIZWlnaHQiOjAuMCwiQm9yZGVyU3R5bGUiOm51bGwsIlBhcmVudFN0eWxlIjpudWxsfSwiRGF0ZUZvcm1hdCI6eyIkaWQiOiI3OSIsIkZvcm1hdFN0cmluZyI6Ik1NTSBkIiwiU2VwYXJhdG9yIjoiLyIsIlVzZUludGVybmF0aW9uYWxEYXRlRm9ybWF0IjpmYWxzZX0sIklzVmlzaWJsZSI6dHJ1ZSwiUGFyZW50U3R5bGUiOm51bGx9LCJEZWZhdWx0VGFza1N0eWxlIjp7IiRpZCI6IjgwIiwiU2hhcGUiOjAsIlNoYXBlVGhpY2tuZXNzIjoxLCJEdXJhdGlvbkZvcm1hdCI6MCwiSW5jbHVkZU5vbldvcmtpbmdEYXlzSW5EdXJhdGlvbiI6ZmFsc2UsIlBlcmNlbnRhZ2VDb21wbGV0ZVN0eWxlIjp7IiRpZCI6IjgxIiwiRm9udFNldHRpbmdzIjp7IiRpZCI6IjgyIiwiRm9udFNpemUiOjEwLCJGb250TmFtZSI6IkNhbGlicmkiLCJJc0JvbGQiOmZhbHNlLCJJc0l0YWxpYyI6ZmFsc2UsIklzVW5kZXJsaW5lZCI6ZmFsc2UsIlBhcmVudFN0eWxlIjpudWxsfSwiQXV0b1NpemUiOjAsIkZvcmVncm91bmQiOnsiJGlkIjoiODMiLCJDb2xvciI6eyIkaWQiOiI4NCIsIkEiOjI1NSwiUiI6MjM3LCJHIjoxMjUsIkIiOjQ5fX0sIk1heFdpZHRoIjoyMDAuMCwiTWF4SGVpZ2h0IjoiSW5maW5pdHkiLCJTbWFydEZvcmVncm91bmRJc0FjdGl2ZSI6ZmFsc2UsIkhvcml6b250YWxBbGlnbm1lbnQiOjAsIlZlcnRpY2FsQWxpZ25tZW50IjowLCJTbWFydEZvcmVncm91bmQiOm51bGwsIk1hcmdpbiI6eyIkaWQiOiI4NSIsIlRvcCI6MCwiTGVmdCI6MCwiUmlnaHQiOjAsIkJvdHRvbSI6MH0sIlBhZGRpbmciOnsiJGlkIjoiODYiLCJUb3AiOjAsIkxlZnQiOjAsIlJpZ2h0IjowLCJCb3R0b20iOjB9LCJCYWNrZ3JvdW5kIjp7IiRpZCI6Ijg3IiwiQ29sb3IiOnsiJHJlZiI6IjIwIn19LCJJc1Zpc2libGUiOnRydWUsIldpZHRoIjowLjAsIkhlaWdodCI6MC4wLCJCb3JkZXJTdHlsZSI6bnVsbCwiUGFyZW50U3R5bGUiOm51bGx9LCJEdXJhdGlvblN0eWxlIjp7IiRpZCI6Ijg4IiwiRm9udFNldHRpbmdzIjp7IiRpZCI6Ijg5IiwiRm9udFNpemUiOjEwLCJGb250TmFtZSI6IkNhbGlicmkiLCJJc0JvbGQiOmZhbHNlLCJJc0l0YWxpYyI6ZmFsc2UsIklzVW5kZXJsaW5lZCI6ZmFsc2UsIlBhcmVudFN0eWxlIjpudWxsfSwiQXV0b1NpemUiOjAsIkZvcmVncm91bmQiOnsiJGlkIjoiOTAiLCJDb2xvciI6eyIkaWQiOiI5MSIsIkEiOjI1NSwiUiI6MjM3LCJHIjoxMjUsIkIiOjQ5fX0sIk1heFdpZHRoIjoyMDAuMCwiTWF4SGVpZ2h0IjoiSW5maW5pdHkiLCJTbWFydEZvcmVncm91bmRJc0FjdGl2ZSI6ZmFsc2UsIkhvcml6b250YWxBbGlnbm1lbnQiOjAsIlZlcnRpY2FsQWxpZ25tZW50IjowLCJTbWFydEZvcmVncm91bmQiOm51bGwsIk1hcmdpbiI6eyIkaWQiOiI5MiIsIlRvcCI6MCwiTGVmdCI6MCwiUmlnaHQiOjAsIkJvdHRvbSI6MH0sIlBhZGRpbmciOnsiJGlkIjoiOTMiLCJUb3AiOjAsIkxlZnQiOjAsIlJpZ2h0IjowLCJCb3R0b20iOjB9LCJCYWNrZ3JvdW5kIjp7IiRpZCI6Ijk0IiwiQ29sb3IiOnsiJHJlZiI6IjIwIn19LCJJc1Zpc2libGUiOnRydWUsIldpZHRoIjowLjAsIkhlaWdodCI6MC4wLCJCb3JkZXJTdHlsZSI6bnVsbCwiUGFyZW50U3R5bGUiOm51bGx9LCJIb3Jpem9udGFsQ29ubmVjdG9yU3R5bGUiOnsiJGlkIjoiOTUiLCJMaW5lQ29sb3IiOnsiJGlkIjoiOTYiLCIkdHlwZSI6Ik5MUkUuQ29tbW9uLkRvbS5Tb2xpZENvbG9yQnJ1c2gsIE5MUkUuQ29tbW9uIiwiQ29sb3IiOnsiJGlkIjoiOTciLCJBIjoyNTUsIlIiOjkxLCJHIjoxNTUsIkIiOjIxM319LCJMaW5lV2VpZ2h0IjoxLjAsIkxpbmVUeXBlIjowLCJQYXJlbnRTdHlsZSI6bnVsbH0sIlZlcnRpY2FsQ29ubmVjdG9yU3R5bGUiOnsiJGlkIjoiOTgiLCJMaW5lQ29sb3IiOnsiJGlkIjoiOTkiLCIkdHlwZSI6Ik5MUkUuQ29tbW9uLkRvbS5Tb2xpZENvbG9yQnJ1c2gsIE5MUkUuQ29tbW9uIiwiQ29sb3IiOnsiJGlkIjoiMTAwIiwiQSI6MjU1LCJSIjoyMDQsIkciOjIwNCwiQiI6MjA0fX0sIkxpbmVXZWlnaHQiOjAuMCwiTGluZVR5cGUiOjAsIlBhcmVudFN0eWxlIjpudWxsfSwiTWFyZ2luIjpudWxsLCJTdGFydERhdGVQb3NpdGlvbiI6NiwiRW5kRGF0ZVBvc2l0aW9uIjo2LCJUaXRsZVBvc2l0aW9uIjo1LCJEdXJhdGlvblBvc2l0aW9uIjoyLCJQZXJjZW50YWdlQ29tcGxldGVkUG9zaXRpb24iOjYsIlNwYWNpbmciOjUsIklzQmVsb3dUaW1lYmFuZCI6dHJ1ZSwiUGVyY2VudGFnZUNvbXBsZXRlU2hhcGVPcGFjaXR5IjozNSwiU2hhcGVTdHlsZSI6eyIkaWQiOiIxMDEiLCJNYXJnaW4iOnsiJGlkIjoiMTAyIiwiVG9wIjowLCJMZWZ0Ijo0LCJSaWdodCI6NCwiQm90dG9tIjowfSwiUGFkZGluZyI6eyIkaWQiOiIxMDMiLCJUb3AiOjAsIkxlZnQiOjAsIlJpZ2h0IjowLCJCb3R0b20iOjB9LCJCYWNrZ3JvdW5kIjpudWxsLCJJc1Zpc2libGUiOnRydWUsIldpZHRoIjowLjAsIkhlaWdodCI6MTYuMCwiQm9yZGVyU3R5bGUiOnsiJGlkIjoiMTA0IiwiTGluZUNvbG9yIjp7IiRpZCI6IjEwNSIsIiR0eXBlIjoiTkxSRS5Db21tb24uRG9tLlNvbGlkQ29sb3JCcnVzaCwgTkxSRS5Db21tb24iLCJDb2xvciI6eyIkaWQiOiIxMDYiLCJBIjoyNTUsIlIiOjI1NSwiRyI6MCwiQiI6MH19LCJMaW5lV2VpZ2h0IjowLjAsIkxpbmVUeXBlIjowLCJQYXJlbnRTdHlsZSI6bnVsbH0sIlBhcmVudFN0eWxlIjpudWxsfSwiVGl0bGVTdHlsZSI6eyIkaWQiOiIxMDciLCJGb250U2V0dGluZ3MiOnsiJGlkIjoiMTA4IiwiRm9udFNpemUiOjExLCJGb250TmFtZSI6IkNhbGlicmkiLCJJc0JvbGQiOnRydWUsIklzSXRhbGljIjpmYWxzZSwiSXNVbmRlcmxpbmVkIjpmYWxzZSwiUGFyZW50U3R5bGUiOm51bGx9LCJBdXRvU2l6ZSI6MCwiRm9yZWdyb3VuZCI6eyIkaWQiOiIxMDkiLCJDb2xvciI6eyIkaWQiOiIxMTAiLCJBIjoyNTUsIlIiOjAsIkciOjAsIkIiOjB9fSwiTWF4V2lkdGgiOjIwMC4wLCJNYXhIZWlnaHQiOiJJbmZpbml0eSIsIlNtYXJ0Rm9yZWdyb3VuZElzQWN0aXZlIjpmYWxzZSwiSG9yaXpvbnRhbEFsaWdubWVudCI6MCwiVmVydGljYWxBbGlnbm1lbnQiOjAsIlNtYXJ0Rm9yZWdyb3VuZCI6bnVsbCwiTWFyZ2luIjp7IiRpZCI6IjExMSIsIlRvcCI6MCwiTGVmdCI6MCwiUmlnaHQiOjAsIkJvdHRvbSI6MH0sIlBhZGRpbmciOnsiJGlkIjoiMTEyIiwiVG9wIjowLCJMZWZ0IjowLCJSaWdodCI6MCwiQm90dG9tIjowfSwiQmFja2dyb3VuZCI6eyIkaWQiOiIxMTMiLCJDb2xvciI6eyIkcmVmIjoiMjAifX0sIklzVmlzaWJsZSI6dHJ1ZSwiV2lkdGgiOjAuMCwiSGVpZ2h0IjowLjAsIkJvcmRlclN0eWxlIjpudWxsLCJQYXJlbnRTdHlsZSI6bnVsbH0sIkRhdGVTdHlsZSI6eyIkaWQiOiIxMTQiLCJGb250U2V0dGluZ3MiOnsiJGlkIjoiMTE1IiwiRm9udFNpemUiOjEyLCJGb250TmFtZSI6IkNhbGlicmkiLCJJc0JvbGQiOmZhbHNlLCJJc0l0YWxpYyI6ZmFsc2UsIklzVW5kZXJsaW5lZCI6ZmFsc2UsIlBhcmVudFN0eWxlIjpudWxsfSwiQXV0b1NpemUiOjAsIkZvcmVncm91bmQiOnsiJGlkIjoiMTE2IiwiQ29sb3IiOnsiJGlkIjoiMTE3IiwiQSI6MjU1LCJSIjoyNTUsIkciOjI1NSwiQiI6MjU1fX0sIk1heFdpZHRoIjoyMDAuMCwiTWF4SGVpZ2h0IjoiSW5maW5pdHkiLCJTbWFydEZvcmVncm91bmRJc0FjdGl2ZSI6ZmFsc2UsIkhvcml6b250YWxBbGlnbm1lbnQiOjAsIlZlcnRpY2FsQWxpZ25tZW50IjowLCJTbWFydEZvcmVncm91bmQiOm51bGwsIk1hcmdpbiI6eyIkaWQiOiIxMTgiLCJUb3AiOjAsIkxlZnQiOjAsIlJpZ2h0IjowLCJCb3R0b20iOjB9LCJQYWRkaW5nIjp7IiRpZCI6IjExOSIsIlRvcCI6MCwiTGVmdCI6MCwiUmlnaHQiOjAsIkJvdHRvbSI6MH0sIkJhY2tncm91bmQiOnsiJGlkIjoiMTIwIiwiQ29sb3IiOnsiJHJlZiI6IjIwIn19LCJJc1Zpc2libGUiOmZhbHNlLCJXaWR0aCI6MC4wLCJIZWlnaHQiOjAuMCwiQm9yZGVyU3R5bGUiOm51bGwsIlBhcmVudFN0eWxlIjpudWxsfSwiRGF0ZUZvcm1hdCI6eyIkaWQiOiIxMjEiLCJGb3JtYXRTdHJpbmciOiJNL2QiLCJTZXBhcmF0b3IiOiIvIiwiVXNlSW50ZXJuYXRpb25hbERhdGVGb3JtYXQiOmZhbHNlfSwiSXNWaXNpYmxlIjp0cnVlLCJQYXJlbnRTdHlsZSI6bnVsbH0sIlNob3dFbGFwc2VkVGltZUdyYWRpZW50U3R5bGUiOmZhbHNlfSwiU2NhbGUiOnsiJGlkIjoiMTIyIiwiU3RhcnREYXRlIjoiMjAxNy0wOC0yOVQyMzo1OTo1OS45OTlaIiwiRW5kRGF0ZSI6IjIwMTctMTAtMDNUMjM6NTk6NTkuOTk5WiIsIkZvcm1hdCI6ImQiLCJUeXBlIjowLCJBdXRvRGF0ZVJhbmdlIjp0cnVlLCJXb3JraW5nRGF5cyI6MzEsIlRvZGF5TWFya2VyVGV4dCI6IlRvZGF5IiwiQXV0b1NjYWxlVHlwZSI6ZmFsc2V9LCJNaWxlc3RvbmVzIjpbeyIkaWQiOiIxMjMiLCJEYXRlIjoiMjAxNy0wOC0yOVQyMzo1OTo1OS45OTlaIiwiU3R5bGUiOnsiJGlkIjoiMTI0IiwiU2hhcGUiOjIsIkNvbm5lY3Rvck1hcmdpbiI6eyIkcmVmIjoiNTQifSwiQ29ubmVjdG9yU3R5bGUiOnsiJGlkIjoiMTI1IiwiTGluZUNvbG9yIjp7IiRpZCI6IjEyNiIsIiR0eXBlIjoiTkxSRS5Db21tb24uRG9tLlNvbGlkQ29sb3JCcnVzaCwgTkxSRS5Db21tb24iLCJDb2xvciI6eyIkaWQiOiIxMjciLCJBIjoyNTUsIlIiOjE1MCwiRyI6MjE0LCJCIjo2Nn19LCJMaW5lV2VpZ2h0IjoxLjAsIkxpbmVUeXBlIjowLCJQYXJlbnRTdHlsZSI6eyIkcmVmIjoiNTUifX0sIklzQmVsb3dUaW1lYmFuZCI6ZmFsc2UsIkhpZGVEYXRlIjpmYWxzZSwiU2hhcGVTaXplIjoxLCJTcGFjaW5nIjowLjAsIlBhZGRpbmciOnsiJGlkIjoiMTI4IiwiVG9wIjowLCJMZWZ0IjowLCJSaWdodCI6MCwiQm90dG9tIjowfSwiU2hhcGVTdHlsZSI6eyIkaWQiOiIxMjkiLCJNYXJnaW4iOnsiJHJlZiI6IjYwIn0sIlBhZGRpbmciOnsiJHJlZiI6IjYxIn0sIkJhY2tncm91bmQiOnsiJGlkIjoiMTMwIiwiQ29sb3IiOnsiJGlkIjoiMTMxIiwiQSI6MjU1LCJSIjoxNTAsIkciOjIxNCwiQiI6NjZ9fSwiSXNWaXNpYmxlIjp0cnVlLCJXaWR0aCI6MTMuMCwiSGVpZ2h0IjoxMy4wLCJCb3JkZXJTdHlsZSI6eyIkaWQiOiIxMzIiLCJMaW5lQ29sb3IiOnsiJHJlZiI6IjYzIn0sIkxpbmVXZWlnaHQiOjAuMCwiTGluZVR5cGUiOjAsIlBhcmVudFN0eWxlIjp7IiRyZWYiOiI2MiJ9fSwiUGFyZW50U3R5bGUiOnsiJHJlZiI6IjU5In19LCJUaXRsZVN0eWxlIjp7IiRpZCI6IjEzMyIsIkZvbnRTZXR0aW5ncyI6eyIkaWQiOiIxMzQiLCJGb250U2l6ZSI6MTEsIkZvbnROYW1lIjoiQ2FsaWJyaSIsIklzQm9sZCI6dHJ1ZSwiSXNJdGFsaWMiOmZhbHNlLCJJc1VuZGVybGluZWQiOmZhbHNlLCJQYXJlbnRTdHlsZSI6eyIkcmVmIjoiNjYifX0sIkF1dG9TaXplIjowLCJGb3JlZ3JvdW5kIjp7IiRyZWYiOiI2NyJ9LCJNYXhXaWR0aCI6NTYuNzUsIk1heEhlaWdodCI6IkluZmluaXR5IiwiU21hcnRGb3JlZ3JvdW5kSXNBY3RpdmUiOmZhbHNlLCJIb3Jpem9udGFsQWxpZ25tZW50IjowLCJWZXJ0aWNhbEFsaWdubWVudCI6MCwiU21hcnRGb3JlZ3JvdW5kIjpudWxsLCJNYXJnaW4iOnsiJHJlZiI6IjY5In0sIlBhZGRpbmciOnsiJHJlZiI6IjcwIn0sIkJhY2tncm91bmQiOnsiJHJlZiI6IjcxIn0sIklzVmlzaWJsZSI6dHJ1ZSwiV2lkdGgiOjAuMCwiSGVpZ2h0IjowLjAsIkJvcmRlclN0eWxlIjp7IiRpZCI6IjEzNSIsIkxpbmVDb2xvciI6bnVsbCwiTGluZVdlaWdodCI6MC4wLCJMaW5lVHlwZSI6MCwiUGFyZW50U3R5bGUiOm51bGx9LCJQYXJlbnRTdHlsZSI6eyIkcmVmIjoiNjUifX0sIkRhdGVTdHlsZSI6eyIkaWQiOiIxMzYiLCJGb250U2V0dGluZ3MiOnsiJGlkIjoiMTM3IiwiRm9udFNpemUiOjEwLCJGb250TmFtZSI6IkNhbGlicmkiLCJJc0JvbGQiOmZhbHNlLCJJc0l0YWxpYyI6ZmFsc2UsIklzVW5kZXJsaW5lZCI6ZmFsc2UsIlBhcmVudFN0eWxlIjp7IiRyZWYiOiI3MyJ9fSwiQXV0b1NpemUiOjAsIkZvcmVncm91bmQiOnsiJHJlZiI6Ijc0In0sIk1heFdpZHRoIjoyMDAuMCwiTWF4SGVpZ2h0IjoiSW5maW5pdHkiLCJTbWFydEZvcmVncm91bmRJc0FjdGl2ZSI6ZmFsc2UsIkhvcml6b250YWxBbGlnbm1lbnQiOjAsIlZlcnRpY2FsQWxpZ25tZW50IjowLCJTbWFydEZvcmVncm91bmQiOm51bGwsIk1hcmdpbiI6eyIkcmVmIjoiNzYifSwiUGFkZGluZyI6eyIkcmVmIjoiNzcifSwiQmFja2dyb3VuZCI6eyIkcmVmIjoiNzgifSwiSXNWaXNpYmxlIjp0cnVlLCJXaWR0aCI6MC4wLCJIZWlnaHQiOjAuMCwiQm9yZGVyU3R5bGUiOnsiJGlkIjoiMTM4IiwiTGluZUNvbG9yIjpudWxsLCJMaW5lV2VpZ2h0IjowLjAsIkxpbmVUeXBlIjowLCJQYXJlbnRTdHlsZSI6bnVsbH0sIlBhcmVudFN0eWxlIjp7IiRyZWYiOiI3MiJ9fSwiRGF0ZUZvcm1hdCI6eyIkcmVmIjoiNzkifSwiSXNWaXNpYmxlIjp0cnVlLCJQYXJlbnRTdHlsZSI6eyIkcmVmIjoiNTMifX0sIlBvc2l0aW9uIjp7IlJhdGlvIjowLjAsIklzQ3VzdG9tIjpmYWxzZX0sIklkIjoiY2NkOWVjOGYtMmFmYS00MjU5LWE3NjgtZjVlNDEzZTNiNTQ0IiwiSW1wb3J0SWQiOm51bGwsIlRpdGxlIjoiTWlsZXN0b25lIDEiLCJOb3RlIjpudWxsLCJIeXBlcmxpbmsiOm51bGwsIklzQ2hhbmdlZCI6ZmFsc2UsIklzTmV3Ijp0cnVlfSx7IiRpZCI6IjEzOSIsIkRhdGUiOiIyMDE3LTA5LTA0VDIzOjU5OjU5Ljk5OVoiLCJTdHlsZSI6eyIkaWQiOiIxNDAiLCJTaGFwZSI6MiwiQ29ubmVjdG9yTWFyZ2luIjp7IiRyZWYiOiI1NCJ9LCJDb25uZWN0b3JTdHlsZSI6eyIkaWQiOiIxNDEiLCJMaW5lQ29sb3IiOnsiJGlkIjoiMTQyIiwiJHR5cGUiOiJOTFJFLkNvbW1vbi5Eb20uU29saWRDb2xvckJydXNoLCBOTFJFLkNvbW1vbiIsIkNvbG9yIjp7IiRpZCI6IjE0MyIsIkEiOjI1NSwiUiI6MTUwLCJHIjoyMTQsIkIiOjY2fX0sIkxpbmVXZWlnaHQiOjEuMCwiTGluZVR5cGUiOjAsIlBhcmVudFN0eWxlIjp7IiRyZWYiOiI1NSJ9fSwiSXNCZWxvd1RpbWViYW5kIjpmYWxzZSwiSGlkZURhdGUiOmZhbHNlLCJTaGFwZVNpemUiOjEsIlNwYWNpbmciOjAuMCwiUGFkZGluZyI6eyIkaWQiOiIxNDQiLCJUb3AiOjAsIkxlZnQiOjAsIlJpZ2h0IjowLCJCb3R0b20iOjB9LCJTaGFwZVN0eWxlIjp7IiRpZCI6IjE0NSIsIk1hcmdpbiI6eyIkcmVmIjoiNjAifSwiUGFkZGluZyI6eyIkcmVmIjoiNjEifSwiQmFja2dyb3VuZCI6eyIkaWQiOiIxNDYiLCJDb2xvciI6eyIkaWQiOiIxNDciLCJBIjoyNTUsIlIiOjE1MCwiRyI6MjE0LCJCIjo2Nn19LCJJc1Zpc2libGUiOnRydWUsIldpZHRoIjoxMy4wLCJIZWlnaHQiOjEzLjAsIkJvcmRlclN0eWxlIjp7IiRpZCI6IjE0OCIsIkxpbmVDb2xvciI6eyIkcmVmIjoiNjMifSwiTGluZVdlaWdodCI6MC4wLCJMaW5lVHlwZSI6MCwiUGFyZW50U3R5bGUiOnsiJHJlZiI6IjYyIn19LCJQYXJlbnRTdHlsZSI6eyIkcmVmIjoiNTkifX0sIlRpdGxlU3R5bGUiOnsiJGlkIjoiMTQ5IiwiRm9udFNldHRpbmdzIjp7IiRpZCI6IjE1MCIsIkZvbnRTaXplIjoxMSwiRm9udE5hbWUiOiJDYWxpYnJpIiwiSXNCb2xkIjp0cnVlLCJJc0l0YWxpYyI6ZmFsc2UsIklzVW5kZXJsaW5lZCI6ZmFsc2UsIlBhcmVudFN0eWxlIjp7IiRyZWYiOiI2NiJ9fSwiQXV0b1NpemUiOjAsIkZvcmVncm91bmQiOnsiJHJlZiI6IjY3In0sIk1heFdpZHRoIjo1OS4yNSwiTWF4SGVpZ2h0IjoiSW5maW5pdHkiLCJTbWFydEZvcmVncm91bmRJc0FjdGl2ZSI6ZmFsc2UsIkhvcml6b250YWxBbGlnbm1lbnQiOjAsIlZlcnRpY2FsQWxpZ25tZW50IjowLCJTbWFydEZvcmVncm91bmQiOm51bGwsIk1hcmdpbiI6eyIkcmVmIjoiNjkifSwiUGFkZGluZyI6eyIkcmVmIjoiNzAifSwiQmFja2dyb3VuZCI6eyIkcmVmIjoiNzEifSwiSXNWaXNpYmxlIjp0cnVlLCJXaWR0aCI6MC4wLCJIZWlnaHQiOjAuMCwiQm9yZGVyU3R5bGUiOnsiJGlkIjoiMTUxIiwiTGluZUNvbG9yIjpudWxsLCJMaW5lV2VpZ2h0IjowLjAsIkxpbmVUeXBlIjowLCJQYXJlbnRTdHlsZSI6bnVsbH0sIlBhcmVudFN0eWxlIjp7IiRyZWYiOiI2NSJ9fSwiRGF0ZVN0eWxlIjp7IiRpZCI6IjE1MiIsIkZvbnRTZXR0aW5ncyI6eyIkaWQiOiIxNTMiLCJGb250U2l6ZSI6MTAsIkZvbnROYW1lIjoiQ2FsaWJyaSIsIklzQm9sZCI6ZmFsc2UsIklzSXRhbGljIjpmYWxzZSwiSXNVbmRlcmxpbmVkIjpmYWxzZSwiUGFyZW50U3R5bGUiOnsiJHJlZiI6IjczIn19LCJBdXRvU2l6ZSI6MCwiRm9yZWdyb3VuZCI6eyIkcmVmIjoiNzQifSwiTWF4V2lkdGgiOjIwMC4wLCJNYXhIZWlnaHQiOiJJbmZpbml0eSIsIlNtYXJ0Rm9yZWdyb3VuZElzQWN0aXZlIjpmYWxzZSwiSG9yaXpvbnRhbEFsaWdubWVudCI6MCwiVmVydGljYWxBbGlnbm1lbnQiOjAsIlNtYXJ0Rm9yZWdyb3VuZCI6bnVsbCwiTWFyZ2luIjp7IiRyZWYiOiI3NiJ9LCJQYWRkaW5nIjp7IiRyZWYiOiI3NyJ9LCJCYWNrZ3JvdW5kIjp7IiRyZWYiOiI3OCJ9LCJJc1Zpc2libGUiOnRydWUsIldpZHRoIjowLjAsIkhlaWdodCI6MC4wLCJCb3JkZXJTdHlsZSI6eyIkaWQiOiIxNTQiLCJMaW5lQ29sb3IiOm51bGwsIkxpbmVXZWlnaHQiOjAuMCwiTGluZVR5cGUiOjAsIlBhcmVudFN0eWxlIjpudWxsfSwiUGFyZW50U3R5bGUiOnsiJHJlZiI6IjcyIn19LCJEYXRlRm9ybWF0Ijp7IiRyZWYiOiI3OSJ9LCJJc1Zpc2libGUiOnRydWUsIlBhcmVudFN0eWxlIjp7IiRyZWYiOiI1MyJ9fSwiUG9zaXRpb24iOnsiUmF0aW8iOjAuMCwiSXNDdXN0b20iOmZhbHNlfSwiSWQiOiIyNmM5MjhjMy1lMzZiLTRhMmQtODM2Zi0wYjVmMzFlZjA4ZDIiLCJJbXBvcnRJZCI6bnVsbCwiVGl0bGUiOiJNaWxlc3RvbmUgIDIiLCJOb3RlIjpudWxsLCJIeXBlcmxpbmsiOm51bGwsIklzQ2hhbmdlZCI6ZmFsc2UsIklzTmV3Ijp0cnVlfSx7IiRpZCI6IjE1NSIsIkRhdGUiOiIyMDE3LTA5LTA3VDIzOjU5OjU5Ljk5OVoiLCJTdHlsZSI6eyIkaWQiOiIxNTYiLCJTaGFwZSI6MTEsIkNvbm5lY3Rvck1hcmdpbiI6eyIkcmVmIjoiNTQifSwiQ29ubmVjdG9yU3R5bGUiOnsiJGlkIjoiMTU3IiwiTGluZUNvbG9yIjp7IiRpZCI6IjE1OCIsIiR0eXBlIjoiTkxSRS5Db21tb24uRG9tLlNvbGlkQ29sb3JCcnVzaCwgTkxSRS5Db21tb24iLCJDb2xvciI6eyIkaWQiOiIxNTkiLCJBIjoyNTUsIlIiOjE3OCwiRyI6MTQsIkIiOjE4fX0sIkxpbmVXZWlnaHQiOjEuMCwiTGluZVR5cGUiOjAsIlBhcmVudFN0eWxlIjp7IiRyZWYiOiI1NSJ9fSwiSXNCZWxvd1RpbWViYW5kIjpmYWxzZSwiSGlkZURhdGUiOmZhbHNlLCJTaGFwZVNpemUiOjEsIlNwYWNpbmciOjAuMCwiUGFkZGluZyI6eyIkaWQiOiIxNjAiLCJUb3AiOjAsIkxlZnQiOjAsIlJpZ2h0IjowLCJCb3R0b20iOjB9LCJTaGFwZVN0eWxlIjp7IiRpZCI6IjE2MSIsIk1hcmdpbiI6eyIkcmVmIjoiNjAifSwiUGFkZGluZyI6eyIkcmVmIjoiNjEifSwiQmFja2dyb3VuZCI6eyIkaWQiOiIxNjIiLCJDb2xvciI6eyIkaWQiOiIxNjMiLCJBIjoyNTUsIlIiOjE3OCwiRyI6MTQsIkIiOjE4fX0sIklzVmlzaWJsZSI6dHJ1ZSwiV2lkdGgiOjE4LjAsIkhlaWdodCI6MjAuMCwiQm9yZGVyU3R5bGUiOnsiJGlkIjoiMTY0IiwiTGluZUNvbG9yIjp7IiRyZWYiOiI2MyJ9LCJMaW5lV2VpZ2h0IjowLjAsIkxpbmVUeXBlIjowLCJQYXJlbnRTdHlsZSI6eyIkcmVmIjoiNjIifX0sIlBhcmVudFN0eWxlIjp7IiRyZWYiOiI1OSJ9fSwiVGl0bGVTdHlsZSI6eyIkaWQiOiIxNjUiLCJGb250U2V0dGluZ3MiOnsiJGlkIjoiMTY2IiwiRm9udFNpemUiOjExLCJGb250TmFtZSI6IkNhbGlicmkiLCJJc0JvbGQiOnRydWUsIklzSXRhbGljIjpmYWxzZSwiSXNVbmRlcmxpbmVkIjpmYWxzZSwiUGFyZW50U3R5bGUiOnsiJHJlZiI6IjY2In19LCJBdXRvU2l6ZSI6MCwiRm9yZWdyb3VuZCI6eyIkcmVmIjoiNjcifSwiTWF4V2lkdGgiOjU2Ljc1LCJNYXhIZWlnaHQiOiJJbmZpbml0eSIsIlNtYXJ0Rm9yZWdyb3VuZElzQWN0aXZlIjpmYWxzZSwiSG9yaXpvbnRhbEFsaWdubWVudCI6MSwiVmVydGljYWxBbGlnbm1lbnQiOjAsIlNtYXJ0Rm9yZWdyb3VuZCI6bnVsbCwiTWFyZ2luIjp7IiRyZWYiOiI2OSJ9LCJQYWRkaW5nIjp7IiRyZWYiOiI3MCJ9LCJCYWNrZ3JvdW5kIjp7IiRyZWYiOiI3MSJ9LCJJc1Zpc2libGUiOnRydWUsIldpZHRoIjowLjAsIkhlaWdodCI6MC4wLCJCb3JkZXJTdHlsZSI6eyIkaWQiOiIxNjciLCJMaW5lQ29sb3IiOm51bGwsIkxpbmVXZWlnaHQiOjAuMCwiTGluZVR5cGUiOjAsIlBhcmVudFN0eWxlIjpudWxsfSwiUGFyZW50U3R5bGUiOnsiJHJlZiI6IjY1In19LCJEYXRlU3R5bGUiOnsiJGlkIjoiMTY4IiwiRm9udFNldHRpbmdzIjp7IiRpZCI6IjE2OSIsIkZvbnRTaXplIjoxMCwiRm9udE5hbWUiOiJDYWxpYnJpIiwiSXNCb2xkIjpmYWxzZSwiSXNJdGFsaWMiOmZhbHNlLCJJc1VuZGVybGluZWQiOmZhbHNlLCJQYXJlbnRTdHlsZSI6eyIkcmVmIjoiNzMifX0sIkF1dG9TaXplIjowLCJGb3JlZ3JvdW5kIjp7IiRyZWYiOiI3NCJ9LCJNYXhXaWR0aCI6MjAwLjAsIk1heEhlaWdodCI6IkluZmluaXR5IiwiU21hcnRGb3JlZ3JvdW5kSXNBY3RpdmUiOmZhbHNlLCJIb3Jpem9udGFsQWxpZ25tZW50IjowLCJWZXJ0aWNhbEFsaWdubWVudCI6MCwiU21hcnRGb3JlZ3JvdW5kIjpudWxsLCJNYXJnaW4iOnsiJHJlZiI6Ijc2In0sIlBhZGRpbmciOnsiJHJlZiI6Ijc3In0sIkJhY2tncm91bmQiOnsiJHJlZiI6Ijc4In0sIklzVmlzaWJsZSI6dHJ1ZSwiV2lkdGgiOjAuMCwiSGVpZ2h0IjowLjAsIkJvcmRlclN0eWxlIjp7IiRpZCI6IjE3MCIsIkxpbmVDb2xvciI6bnVsbCwiTGluZVdlaWdodCI6MC4wLCJMaW5lVHlwZSI6MCwiUGFyZW50U3R5bGUiOm51bGx9LCJQYXJlbnRTdHlsZSI6eyIkcmVmIjoiNzIifX0sIkRhdGVGb3JtYXQiOnsiJHJlZiI6Ijc5In0sIklzVmlzaWJsZSI6dHJ1ZSwiUGFyZW50U3R5bGUiOnsiJHJlZiI6IjUzIn19LCJQb3NpdGlvbiI6eyJSYXRpbyI6MC4wODUyNzM5ODI4NjA0MjM5LCJJc0N1c3RvbSI6dHJ1ZX0sIklkIjoiZTU4ZmUzODItYWM5Yy00ZmJhLTk4ODgtZWI5NGY1Y2UwOGY4IiwiSW1wb3J0SWQiOm51bGwsIlRpdGxlIjoiTWlsZXN0b25lIDMiLCJOb3RlIjpudWxsLCJIeXBlcmxpbmsiOm51bGwsIklzQ2hhbmdlZCI6ZmFsc2UsIklzTmV3Ijp0cnVlfSx7IiRpZCI6IjE3MSIsIkRhdGUiOiIyMDE3LTA5LTE4VDIzOjU5OjU5Ljk5OVoiLCJTdHlsZSI6eyIkaWQiOiIxNzIiLCJTaGFwZSI6MTEsIkNvbm5lY3Rvck1hcmdpbiI6eyIkcmVmIjoiNTQifSwiQ29ubmVjdG9yU3R5bGUiOnsiJGlkIjoiMTczIiwiTGluZUNvbG9yIjp7IiRpZCI6IjE3NCIsIiR0eXBlIjoiTkxSRS5Db21tb24uRG9tLlNvbGlkQ29sb3JCcnVzaCwgTkxSRS5Db21tb24iLCJDb2xvciI6eyIkaWQiOiIxNzUiLCJBIjoyNTUsIlIiOjE1MCwiRyI6MjE0LCJCIjo2Nn19LCJMaW5lV2VpZ2h0IjoxLjAsIkxpbmVUeXBlIjowLCJQYXJlbnRTdHlsZSI6eyIkcmVmIjoiNTUifX0sIklzQmVsb3dUaW1lYmFuZCI6ZmFsc2UsIkhpZGVEYXRlIjpmYWxzZSwiU2hhcGVTaXplIjoxLCJTcGFjaW5nIjowLjAsIlBhZGRpbmciOnsiJGlkIjoiMTc2IiwiVG9wIjowLCJMZWZ0IjowLCJSaWdodCI6MCwiQm90dG9tIjowfSwiU2hhcGVTdHlsZSI6eyIkaWQiOiIxNzciLCJNYXJnaW4iOnsiJHJlZiI6IjYwIn0sIlBhZGRpbmciOnsiJHJlZiI6IjYxIn0sIkJhY2tncm91bmQiOnsiJGlkIjoiMTc4IiwiQ29sb3IiOnsiJGlkIjoiMTc5IiwiQSI6MjU1LCJSIjoxNTAsIkciOjIxNCwiQiI6NjZ9fSwiSXNWaXNpYmxlIjp0cnVlLCJXaWR0aCI6MTguMCwiSGVpZ2h0IjoyMC4wLCJCb3JkZXJTdHlsZSI6eyIkaWQiOiIxODAiLCJMaW5lQ29sb3IiOnsiJHJlZiI6IjYzIn0sIkxpbmVXZWlnaHQiOjAuMCwiTGluZVR5cGUiOjAsIlBhcmVudFN0eWxlIjp7IiRyZWYiOiI2MiJ9fSwiUGFyZW50U3R5bGUiOnsiJHJlZiI6IjU5In19LCJUaXRsZVN0eWxlIjp7IiRpZCI6IjE4MSIsIkZvbnRTZXR0aW5ncyI6eyIkaWQiOiIxODIiLCJGb250U2l6ZSI6MTEsIkZvbnROYW1lIjoiQ2FsaWJyaSIsIklzQm9sZCI6dHJ1ZSwiSXNJdGFsaWMiOmZhbHNlLCJJc1VuZGVybGluZWQiOmZhbHNlLCJQYXJlbnRTdHlsZSI6eyIkcmVmIjoiNjYifX0sIkF1dG9TaXplIjowLCJGb3JlZ3JvdW5kIjp7IiRyZWYiOiI2NyJ9LCJNYXhXaWR0aCI6NTYuNzUsIk1heEhlaWdodCI6IkluZmluaXR5IiwiU21hcnRGb3JlZ3JvdW5kSXNBY3RpdmUiOmZhbHNlLCJIb3Jpem9udGFsQWxpZ25tZW50IjoxLCJWZXJ0aWNhbEFsaWdubWVudCI6MCwiU21hcnRGb3JlZ3JvdW5kIjpudWxsLCJNYXJnaW4iOnsiJHJlZiI6IjY5In0sIlBhZGRpbmciOnsiJHJlZiI6IjcwIn0sIkJhY2tncm91bmQiOnsiJHJlZiI6IjcxIn0sIklzVmlzaWJsZSI6dHJ1ZSwiV2lkdGgiOjAuMCwiSGVpZ2h0IjowLjAsIkJvcmRlclN0eWxlIjp7IiRpZCI6IjE4MyIsIkxpbmVDb2xvciI6bnVsbCwiTGluZVdlaWdodCI6MC4wLCJMaW5lVHlwZSI6MCwiUGFyZW50U3R5bGUiOm51bGx9LCJQYXJlbnRTdHlsZSI6eyIkcmVmIjoiNjUifX0sIkRhdGVTdHlsZSI6eyIkaWQiOiIxODQiLCJGb250U2V0dGluZ3MiOnsiJGlkIjoiMTg1IiwiRm9udFNpemUiOjEwLCJGb250TmFtZSI6IkNhbGlicmkiLCJJc0JvbGQiOmZhbHNlLCJJc0l0YWxpYyI6ZmFsc2UsIklzVW5kZXJsaW5lZCI6ZmFsc2UsIlBhcmVudFN0eWxlIjp7IiRyZWYiOiI3MyJ9fSwiQXV0b1NpemUiOjAsIkZvcmVncm91bmQiOnsiJHJlZiI6Ijc0In0sIk1heFdpZHRoIjoyMDAuMCwiTWF4SGVpZ2h0IjoiSW5maW5pdHkiLCJTbWFydEZvcmVncm91bmRJc0FjdGl2ZSI6ZmFsc2UsIkhvcml6b250YWxBbGlnbm1lbnQiOjAsIlZlcnRpY2FsQWxpZ25tZW50IjowLCJTbWFydEZvcmVncm91bmQiOm51bGwsIk1hcmdpbiI6eyIkcmVmIjoiNzYifSwiUGFkZGluZyI6eyIkcmVmIjoiNzcifSwiQmFja2dyb3VuZCI6eyIkcmVmIjoiNzgifSwiSXNWaXNpYmxlIjp0cnVlLCJXaWR0aCI6MC4wLCJIZWlnaHQiOjAuMCwiQm9yZGVyU3R5bGUiOnsiJGlkIjoiMTg2IiwiTGluZUNvbG9yIjpudWxsLCJMaW5lV2VpZ2h0IjowLjAsIkxpbmVUeXBlIjowLCJQYXJlbnRTdHlsZSI6bnVsbH0sIlBhcmVudFN0eWxlIjp7IiRyZWYiOiI3MiJ9fSwiRGF0ZUZvcm1hdCI6eyIkcmVmIjoiNzkifSwiSXNWaXNpYmxlIjp0cnVlLCJQYXJlbnRTdHlsZSI6eyIkcmVmIjoiNTMifX0sIlBvc2l0aW9uIjp7IlJhdGlvIjowLjA4NTI3Mzk4Mjg2MDQyMzksIklzQ3VzdG9tIjp0cnVlfSwiSWQiOiI1YWEwNDBhYS1mYjZlLTQxMTEtOTI0My05YzhkMDBiY2Q2ZGYiLCJJbXBvcnRJZCI6bnVsbCwiVGl0bGUiOiJNaWxlc3RvbmUgNCIsIk5vdGUiOm51bGwsIkh5cGVybGluayI6bnVsbCwiSXNDaGFuZ2VkIjpmYWxzZSwiSXNOZXciOnRydWV9LHsiJGlkIjoiMTg3IiwiRGF0ZSI6IjIwMTctMTAtMDNUMjM6NTk6NTkuOTk5WiIsIlN0eWxlIjp7IiRpZCI6IjE4OCIsIlNoYXBlIjoxMywiQ29ubmVjdG9yTWFyZ2luIjp7IiRyZWYiOiI1NCJ9LCJDb25uZWN0b3JTdHlsZSI6eyIkaWQiOiIxODkiLCJMaW5lQ29sb3IiOnsiJGlkIjoiMTkwIiwiJHR5cGUiOiJOTFJFLkNvbW1vbi5Eb20uU29saWRDb2xvckJydXNoLCBOTFJFLkNvbW1vbiIsIkNvbG9yIjp7IiRpZCI6IjE5MSIsIkEiOjI1NSwiUiI6MTc4LCJHIjoxNCwiQiI6MTh9fSwiTGluZVdlaWdodCI6MS4wLCJMaW5lVHlwZSI6MCwiUGFyZW50U3R5bGUiOnsiJHJlZiI6IjU1In19LCJJc0JlbG93VGltZWJhbmQiOmZhbHNlLCJIaWRlRGF0ZSI6ZmFsc2UsIlNoYXBlU2l6ZSI6MSwiU3BhY2luZyI6MC4wLCJQYWRkaW5nIjp7IiRpZCI6IjE5MiIsIlRvcCI6MCwiTGVmdCI6MCwiUmlnaHQiOjAsIkJvdHRvbSI6MH0sIlNoYXBlU3R5bGUiOnsiJGlkIjoiMTkzIiwiTWFyZ2luIjp7IiRyZWYiOiI2MCJ9LCJQYWRkaW5nIjp7IiRyZWYiOiI2MSJ9LCJCYWNrZ3JvdW5kIjp7IiRpZCI6IjE5NCIsIkNvbG9yIjp7IiRpZCI6IjE5NSIsIkEiOjI1NSwiUiI6MTc4LCJHIjoxNCwiQiI6MTh9fSwiSXNWaXNpYmxlIjp0cnVlLCJXaWR0aCI6MTguMCwiSGVpZ2h0IjoyMC4wLCJCb3JkZXJTdHlsZSI6eyIkaWQiOiIxOTYiLCJMaW5lQ29sb3IiOnsiJHJlZiI6IjYzIn0sIkxpbmVXZWlnaHQiOjAuMCwiTGluZVR5cGUiOjAsIlBhcmVudFN0eWxlIjp7IiRyZWYiOiI2MiJ9fSwiUGFyZW50U3R5bGUiOnsiJHJlZiI6IjU5In19LCJUaXRsZVN0eWxlIjp7IiRpZCI6IjE5NyIsIkZvbnRTZXR0aW5ncyI6eyIkaWQiOiIxOTgiLCJGb250U2l6ZSI6MTEsIkZvbnROYW1lIjoiQ2FsaWJyaSIsIklzQm9sZCI6dHJ1ZSwiSXNJdGFsaWMiOmZhbHNlLCJJc1VuZGVybGluZWQiOmZhbHNlLCJQYXJlbnRTdHlsZSI6eyIkcmVmIjoiNjYifX0sIkF1dG9TaXplIjowLCJGb3JlZ3JvdW5kIjp7IiRyZWYiOiI2NyJ9LCJNYXhXaWR0aCI6NTYuNzUsIk1heEhlaWdodCI6IkluZmluaXR5IiwiU21hcnRGb3JlZ3JvdW5kSXNBY3RpdmUiOmZhbHNlLCJIb3Jpem9udGFsQWxpZ25tZW50IjoxLCJWZXJ0aWNhbEFsaWdubWVudCI6MCwiU21hcnRGb3JlZ3JvdW5kIjpudWxsLCJNYXJnaW4iOnsiJHJlZiI6IjY5In0sIlBhZGRpbmciOnsiJHJlZiI6IjcwIn0sIkJhY2tncm91bmQiOnsiJHJlZiI6IjcxIn0sIklzVmlzaWJsZSI6dHJ1ZSwiV2lkdGgiOjAuMCwiSGVpZ2h0IjowLjAsIkJvcmRlclN0eWxlIjp7IiRpZCI6IjE5OSIsIkxpbmVDb2xvciI6bnVsbCwiTGluZVdlaWdodCI6MC4wLCJMaW5lVHlwZSI6MCwiUGFyZW50U3R5bGUiOm51bGx9LCJQYXJlbnRTdHlsZSI6eyIkcmVmIjoiNjUifX0sIkRhdGVTdHlsZSI6eyIkaWQiOiIyMDAiLCJGb250U2V0dGluZ3MiOnsiJGlkIjoiMjAxIiwiRm9udFNpemUiOjEwLCJGb250TmFtZSI6IkNhbGlicmkiLCJJc0JvbGQiOmZhbHNlLCJJc0l0YWxpYyI6ZmFsc2UsIklzVW5kZXJsaW5lZCI6ZmFsc2UsIlBhcmVudFN0eWxlIjp7IiRyZWYiOiI3MyJ9fSwiQXV0b1NpemUiOjAsIkZvcmVncm91bmQiOnsiJHJlZiI6Ijc0In0sIk1heFdpZHRoIjoyMDAuMCwiTWF4SGVpZ2h0IjoiSW5maW5pdHkiLCJTbWFydEZvcmVncm91bmRJc0FjdGl2ZSI6ZmFsc2UsIkhvcml6b250YWxBbGlnbm1lbnQiOjAsIlZlcnRpY2FsQWxpZ25tZW50IjowLCJTbWFydEZvcmVncm91bmQiOm51bGwsIk1hcmdpbiI6eyIkcmVmIjoiNzYifSwiUGFkZGluZyI6eyIkcmVmIjoiNzcifSwiQmFja2dyb3VuZCI6eyIkcmVmIjoiNzgifSwiSXNWaXNpYmxlIjp0cnVlLCJXaWR0aCI6MC4wLCJIZWlnaHQiOjAuMCwiQm9yZGVyU3R5bGUiOnsiJGlkIjoiMjAyIiwiTGluZUNvbG9yIjpudWxsLCJMaW5lV2VpZ2h0IjowLjAsIkxpbmVUeXBlIjowLCJQYXJlbnRTdHlsZSI6bnVsbH0sIlBhcmVudFN0eWxlIjp7IiRyZWYiOiI3MiJ9fSwiRGF0ZUZvcm1hdCI6eyIkcmVmIjoiNzkifSwiSXNWaXNpYmxlIjp0cnVlLCJQYXJlbnRTdHlsZSI6eyIkcmVmIjoiNTMifX0sIlBvc2l0aW9uIjp7IlJhdGlvIjowLjA4NTI3Mzk4Mjg2MDQyMzksIklzQ3VzdG9tIjp0cnVlfSwiSWQiOiJkZWVlMGY0YS0xNzM2LTQ1ZjEtODBhYy1kNzlhOWEzNzU2NzciLCJJbXBvcnRJZCI6bnVsbCwiVGl0bGUiOiJNaWxlc3RvbmUgNSIsIk5vdGUiOm51bGwsIkh5cGVybGluayI6bnVsbCwiSXNDaGFuZ2VkIjpmYWxzZSwiSXNOZXciOnRydWV9XSwiVGFza3MiOlt7IiRpZCI6IjIwMyIsIkdyb3VwTmFtZSI6bnVsbCwiU3RhcnREYXRlIjoiMjAxNy0wOS0wM1QwMDowMDowMFoiLCJFbmREYXRlIjoiMjAxNy0wOS0xN1QyMzo1OTo1OS45OTlaIiwiUGVyY2VudGFnZUNvbXBsZXRlIjpudWxsLCJTdHlsZSI6eyIkaWQiOiIyMDQiLCJTaGFwZSI6NiwiU2hhcGVUaGlja25lc3MiOjEsIkR1cmF0aW9uRm9ybWF0IjowLCJJbmNsdWRlTm9uV29ya2luZ0RheXNJbkR1cmF0aW9uIjpmYWxzZSwiUGVyY2VudGFnZUNvbXBsZXRlU3R5bGUiOnsiJGlkIjoiMjA1IiwiRm9udFNldHRpbmdzIjp7IiRpZCI6IjIwNiIsIkZvbnRTaXplIjoxMCwiRm9udE5hbWUiOiJDYWxpYnJpIiwiSXNCb2xkIjpmYWxzZSwiSXNJdGFsaWMiOmZhbHNlLCJJc1VuZGVybGluZWQiOmZhbHNlLCJQYXJlbnRTdHlsZSI6eyIkcmVmIjoiODIifX0sIkF1dG9TaXplIjowLCJGb3JlZ3JvdW5kIjp7IiRyZWYiOiI4MyJ9LCJNYXhXaWR0aCI6MjAwLjAsIk1heEhlaWdodCI6IkluZmluaXR5IiwiU21hcnRGb3JlZ3JvdW5kSXNBY3RpdmUiOmZhbHNlLCJIb3Jpem9udGFsQWxpZ25tZW50IjowLCJWZXJ0aWNhbEFsaWdubWVudCI6MCwiU21hcnRGb3JlZ3JvdW5kIjpudWxsLCJNYXJnaW4iOnsiJHJlZiI6Ijg1In0sIlBhZGRpbmciOnsiJHJlZiI6Ijg2In0sIkJhY2tncm91bmQiOnsiJHJlZiI6Ijg3In0sIklzVmlzaWJsZSI6dHJ1ZSwiV2lkdGgiOjAuMCwiSGVpZ2h0IjowLjAsIkJvcmRlclN0eWxlIjp7IiRpZCI6IjIwNyIsIkxpbmVDb2xvciI6bnVsbCwiTGluZVdlaWdodCI6MC4wLCJMaW5lVHlwZSI6MCwiUGFyZW50U3R5bGUiOm51bGx9LCJQYXJlbnRTdHlsZSI6eyIkcmVmIjoiODEifX0sIkR1cmF0aW9uU3R5bGUiOnsiJGlkIjoiMjA4IiwiRm9udFNldHRpbmdzIjp7IiRpZCI6IjIwOSIsIkZvbnRTaXplIjoxMywiRm9udE5hbWUiOiJDYWxpYnJpIiwiSXNCb2xkIjpmYWxzZSwiSXNJdGFsaWMiOmZhbHNlLCJJc1VuZGVybGluZWQiOmZhbHNlLCJQYXJlbnRTdHlsZSI6eyIkcmVmIjoiODkifX0sIkF1dG9TaXplIjowLCJGb3JlZ3JvdW5kIjp7IiRpZCI6IjIxMCIsIkNvbG9yIjp7IiRpZCI6IjIxMSIsIkEiOjI1NSwiUiI6MjU1LCJHIjoyNTUsIkIiOjI1NX19LCJNYXhXaWR0aCI6MjAwLjAsIk1heEhlaWdodCI6IkluZmluaXR5IiwiU21hcnRGb3JlZ3JvdW5kSXNBY3RpdmUiOmZhbHNlLCJIb3Jpem9udGFsQWxpZ25tZW50IjowLCJWZXJ0aWNhbEFsaWdubWVudCI6MCwiU21hcnRGb3JlZ3JvdW5kIjpudWxsLCJNYXJnaW4iOnsiJHJlZiI6IjkyIn0sIlBhZGRpbmciOnsiJHJlZiI6IjkzIn0sIkJhY2tncm91bmQiOnsiJHJlZiI6Ijk0In0sIklzVmlzaWJsZSI6dHJ1ZSwiV2lkdGgiOjAuMCwiSGVpZ2h0IjowLjAsIkJvcmRlclN0eWxlIjp7IiRpZCI6IjIxMiIsIkxpbmVDb2xvciI6bnVsbCwiTGluZVdlaWdodCI6MC4wLCJMaW5lVHlwZSI6MCwiUGFyZW50U3R5bGUiOm51bGx9LCJQYXJlbnRTdHlsZSI6eyIkcmVmIjoiODgifX0sIkhvcml6b250YWxDb25uZWN0b3JTdHlsZSI6eyIkaWQiOiIyMTMiLCJMaW5lQ29sb3IiOnsiJGlkIjoiMjE0IiwiJHR5cGUiOiJOTFJFLkNvbW1vbi5Eb20uU29saWRDb2xvckJydXNoLCBOTFJFLkNvbW1vbiIsIkNvbG9yIjp7IiRpZCI6IjIxNSIsIkEiOjI1NSwiUiI6MjM0LCJHIjoyMiwiQiI6MzB9fSwiTGluZVdlaWdodCI6MS4wLCJMaW5lVHlwZSI6MCwiUGFyZW50U3R5bGUiOnsiJHJlZiI6Ijk1In19LCJWZXJ0aWNhbENvbm5lY3RvclN0eWxlIjp7IiRpZCI6IjIxNiIsIkxpbmVDb2xvciI6eyIkcmVmIjoiOTkifSwiTGluZVdlaWdodCI6MC4wLCJMaW5lVHlwZSI6MCwiUGFyZW50U3R5bGUiOnsiJHJlZiI6Ijk4In19LCJNYXJnaW4iOm51bGwsIlN0YXJ0RGF0ZVBvc2l0aW9uIjo2LCJFbmREYXRlUG9zaXRpb24iOjYsIlRpdGxlUG9zaXRpb24iOjUsIkR1cmF0aW9uUG9zaXRpb24iOjIsIlBlcmNlbnRhZ2VDb21wbGV0ZWRQb3NpdGlvbiI6NiwiU3BhY2luZyI6NSwiSXNCZWxvd1RpbWViYW5kIjp0cnVlLCJQZXJjZW50YWdlQ29tcGxldGVTaGFwZU9wYWNpdHkiOjM1LCJTaGFwZVN0eWxlIjp7IiRpZCI6IjIxNyIsIk1hcmdpbiI6eyIkcmVmIjoiMTAyIn0sIlBhZGRpbmciOnsiJGlkIjoiMjE4IiwiVG9wIjozLCJMZWZ0IjowLCJSaWdodCI6MCwiQm90dG9tIjo0fSwiQmFja2dyb3VuZCI6eyIkaWQiOiIyMTkiLCJDb2xvciI6eyIkaWQiOiIyMjAiLCJBIjoyNTUsIlIiOjE0OSwiRyI6MzQsIkIiOjQ2fX0sIklzVmlzaWJsZSI6dHJ1ZSwiV2lkdGgiOjAuMCwiSGVpZ2h0IjoxNi4wLCJCb3JkZXJTdHlsZSI6eyIkaWQiOiIyMjEiLCJMaW5lQ29sb3IiOnsiJGlkIjoiMjIyIiwiJHR5cGUiOiJOTFJFLkNvbW1vbi5Eb20uU29saWRDb2xvckJydXNoLCBOTFJFLkNvbW1vbiIsIkNvbG9yIjp7IiRpZCI6IjIyMyIsIkEiOjI1NSwiUiI6MjU1LCJHIjowLCJCIjowfX0sIkxpbmVXZWlnaHQiOjAuMCwiTGluZVR5cGUiOjAsIlBhcmVudFN0eWxlIjpudWxsfSwiUGFyZW50U3R5bGUiOnsiJHJlZiI6IjEwMSJ9fSwiVGl0bGVTdHlsZSI6eyIkaWQiOiIyMjQiLCJGb250U2V0dGluZ3MiOnsiJGlkIjoiMjI1IiwiRm9udFNpemUiOjE0LCJGb250TmFtZSI6IkNhbGlicmkiLCJJc0JvbGQiOnRydWUsIklzSXRhbGljIjpmYWxzZSwiSXNVbmRlcmxpbmVkIjpmYWxzZSwiUGFyZW50U3R5bGUiOnsiJHJlZiI6IjEwOCJ9fSwiQXV0b1NpemUiOjAsIkZvcmVncm91bmQiOnsiJGlkIjoiMjI2IiwiQ29sb3IiOnsiJGlkIjoiMjI3IiwiQSI6MjU1LCJSIjoxNzgsIkciOjE0LCJCIjoxOH19LCJNYXhXaWR0aCI6NTQuODc1MDM4MTQ2OTcyNjU2LCJNYXhIZWlnaHQiOiJJbmZpbml0eSIsIlNtYXJ0Rm9yZWdyb3VuZElzQWN0aXZlIjpmYWxzZSwiSG9yaXpvbnRhbEFsaWdubWVudCI6MCwiVmVydGljYWxBbGlnbm1lbnQiOjAsIlNtYXJ0Rm9yZWdyb3VuZCI6bnVsbCwiTWFyZ2luIjp7IiRyZWYiOiIxMTEifSwiUGFkZGluZyI6eyIkcmVmIjoiMTEyIn0sIkJhY2tncm91bmQiOnsiJHJlZiI6IjExMyJ9LCJJc1Zpc2libGUiOnRydWUsIldpZHRoIjowLjAsIkhlaWdodCI6MC4wLCJCb3JkZXJTdHlsZSI6eyIkaWQiOiIyMjgiLCJMaW5lQ29sb3IiOm51bGwsIkxpbmVXZWlnaHQiOjAuMCwiTGluZVR5cGUiOjAsIlBhcmVudFN0eWxlIjpudWxsfSwiUGFyZW50U3R5bGUiOnsiJHJlZiI6IjEwNyJ9fSwiRGF0ZVN0eWxlIjp7IiRpZCI6IjIyOSIsIkZvbnRTZXR0aW5ncyI6eyIkaWQiOiIyMzAiLCJGb250U2l6ZSI6MTAsIkZvbnROYW1lIjoiQ2FsaWJyaSIsIklzQm9sZCI6ZmFsc2UsIklzSXRhbGljIjpmYWxzZSwiSXNVbmRlcmxpbmVkIjpmYWxzZSwiUGFyZW50U3R5bGUiOnsiJHJlZiI6IjExNSJ9fSwiQXV0b1NpemUiOjAsIkZvcmVncm91bmQiOnsiJGlkIjoiMjMxIiwiQ29sb3IiOnsiJGlkIjoiMjMyIiwiQSI6MjU1LCJSIjo2OCwiRyI6ODQsIkIiOjEwNn19LCJNYXhXaWR0aCI6MjAwLjAsIk1heEhlaWdodCI6IkluZmluaXR5IiwiU21hcnRGb3JlZ3JvdW5kSXNBY3RpdmUiOmZhbHNlLCJIb3Jpem9udGFsQWxpZ25tZW50IjowLCJWZXJ0aWNhbEFsaWdubWVudCI6MCwiU21hcnRGb3JlZ3JvdW5kIjpudWxsLCJNYXJnaW4iOnsiJHJlZiI6IjExOCJ9LCJQYWRkaW5nIjp7IiRyZWYiOiIxMTkifSwiQmFja2dyb3VuZCI6eyIkcmVmIjoiMTIwIn0sIklzVmlzaWJsZSI6ZmFsc2UsIldpZHRoIjowLjAsIkhlaWdodCI6MC4wLCJCb3JkZXJTdHlsZSI6eyIkaWQiOiIyMzMiLCJMaW5lQ29sb3IiOm51bGwsIkxpbmVXZWlnaHQiOjAuMCwiTGluZVR5cGUiOjAsIlBhcmVudFN0eWxlIjpudWxsfSwiUGFyZW50U3R5bGUiOnsiJHJlZiI6IjExNCJ9fSwiRGF0ZUZvcm1hdCI6eyIkaWQiOiIyMzQiLCJGb3JtYXRTdHJpbmciOiJNL2QiLCJTZXBhcmF0b3IiOiIvIiwiVXNlSW50ZXJuYXRpb25hbERhdGVGb3JtYXQiOmZhbHNlfSwiSXNWaXNpYmxlIjp0cnVlLCJQYXJlbnRTdHlsZSI6eyIkcmVmIjoiODAifX0sIkluZGV4IjoxLCJJZCI6IjNhNjg3MTU0LTA0YjUtNDM1YS1iNGE0LTg3YmE3MjE5NjE3YSIsIkltcG9ydElkIjpudWxsLCJUaXRsZSI6IlBoYXNlIDEiLCJOb3RlIjpudWxsLCJIeXBlcmxpbmsiOm51bGwsIklzQ2hhbmdlZCI6ZmFsc2UsIklzTmV3Ijp0cnVlfSx7IiRpZCI6IjIzNSIsIkdyb3VwTmFtZSI6bnVsbCwiU3RhcnREYXRlIjoiMjAxNy0wOS0wM1QwMDowMDowMFoiLCJFbmREYXRlIjoiMjAxNy0wOS0wNFQyMzo1OTo1OS45OTlaIiwiUGVyY2VudGFnZUNvbXBsZXRlIjpudWxsLCJTdHlsZSI6eyIkaWQiOiIyMzYiLCJTaGFwZSI6MywiU2hhcGVUaGlja25lc3MiOjAsIkR1cmF0aW9uRm9ybWF0IjowLCJJbmNsdWRlTm9uV29ya2luZ0RheXNJbkR1cmF0aW9uIjpmYWxzZSwiUGVyY2VudGFnZUNvbXBsZXRlU3R5bGUiOnsiJGlkIjoiMjM3IiwiRm9udFNldHRpbmdzIjp7IiRpZCI6IjIzOCIsIkZvbnRTaXplIjoxMCwiRm9udE5hbWUiOiJDYWxpYnJpIiwiSXNCb2xkIjpmYWxzZSwiSXNJdGFsaWMiOmZhbHNlLCJJc1VuZGVybGluZWQiOmZhbHNlLCJQYXJlbnRTdHlsZSI6eyIkcmVmIjoiODIifX0sIkF1dG9TaXplIjowLCJGb3JlZ3JvdW5kIjp7IiRyZWYiOiI4MyJ9LCJNYXhXaWR0aCI6MjAwLjAsIk1heEhlaWdodCI6IkluZmluaXR5IiwiU21hcnRGb3JlZ3JvdW5kSXNBY3RpdmUiOmZhbHNlLCJIb3Jpem9udGFsQWxpZ25tZW50IjowLCJWZXJ0aWNhbEFsaWdubWVudCI6MCwiU21hcnRGb3JlZ3JvdW5kIjpudWxsLCJNYXJnaW4iOnsiJHJlZiI6Ijg1In0sIlBhZGRpbmciOnsiJHJlZiI6Ijg2In0sIkJhY2tncm91bmQiOnsiJHJlZiI6Ijg3In0sIklzVmlzaWJsZSI6dHJ1ZSwiV2lkdGgiOjAuMCwiSGVpZ2h0IjowLjAsIkJvcmRlclN0eWxlIjp7IiRpZCI6IjIzOSIsIkxpbmVDb2xvciI6bnVsbCwiTGluZVdlaWdodCI6MC4wLCJMaW5lVHlwZSI6MCwiUGFyZW50U3R5bGUiOm51bGx9LCJQYXJlbnRTdHlsZSI6eyIkcmVmIjoiODEifX0sIkR1cmF0aW9uU3R5bGUiOnsiJGlkIjoiMjQwIiwiRm9udFNldHRpbmdzIjp7IiRpZCI6IjI0MSIsIkZvbnRTaXplIjo5LCJGb250TmFtZSI6IkNhbGlicmkiLCJJc0JvbGQiOmZhbHNlLCJJc0l0YWxpYyI6ZmFsc2UsIklzVW5kZXJsaW5lZCI6ZmFsc2UsIlBhcmVudFN0eWxlIjp7IiRyZWYiOiI4OSJ9fSwiQXV0b1NpemUiOjAsIkZvcmVncm91bmQiOnsiJGlkIjoiMjQyIiwiQ29sb3IiOnsiJGlkIjoiMjQzIiwiQSI6MjU1LCJSIjoyNTUsIkciOjI1NSwiQiI6MjU1fX0sIk1heFdpZHRoIjoyMDAuMCwiTWF4SGVpZ2h0IjoiSW5maW5pdHkiLCJTbWFydEZvcmVncm91bmRJc0FjdGl2ZSI6ZmFsc2UsIkhvcml6b250YWxBbGlnbm1lbnQiOjAsIlZlcnRpY2FsQWxpZ25tZW50IjowLCJTbWFydEZvcmVncm91bmQiOm51bGwsIk1hcmdpbiI6eyIkcmVmIjoiOTIifSwiUGFkZGluZyI6eyIkcmVmIjoiOTMifSwiQmFja2dyb3VuZCI6eyIkcmVmIjoiOTQifSwiSXNWaXNpYmxlIjp0cnVlLCJXaWR0aCI6MC4wLCJIZWlnaHQiOjAuMCwiQm9yZGVyU3R5bGUiOnsiJGlkIjoiMjQ0IiwiTGluZUNvbG9yIjpudWxsLCJMaW5lV2VpZ2h0IjowLjAsIkxpbmVUeXBlIjowLCJQYXJlbnRTdHlsZSI6bnVsbH0sIlBhcmVudFN0eWxlIjp7IiRyZWYiOiI4OCJ9fSwiSG9yaXpvbnRhbENvbm5lY3RvclN0eWxlIjp7IiRpZCI6IjI0NSIsIkxpbmVDb2xvciI6eyIkaWQiOiIyNDYiLCIkdHlwZSI6Ik5MUkUuQ29tbW9uLkRvbS5Tb2xpZENvbG9yQnJ1c2gsIE5MUkUuQ29tbW9uIiwiQ29sb3IiOnsiJGlkIjoiMjQ3IiwiQSI6MjU1LCJSIjoyMzEsIkciOjIzMCwiQiI6MjMwfX0sIkxpbmVXZWlnaHQiOjEuMCwiTGluZVR5cGUiOjAsIlBhcmVudFN0eWxlIjp7IiRyZWYiOiI5NSJ9fSwiVmVydGljYWxDb25uZWN0b3JTdHlsZSI6eyIkaWQiOiIyNDgiLCJMaW5lQ29sb3IiOnsiJHJlZiI6Ijk5In0sIkxpbmVXZWlnaHQiOjAuMCwiTGluZVR5cGUiOjAsIlBhcmVudFN0eWxlIjp7IiRyZWYiOiI5OCJ9fSwiTWFyZ2luIjpudWxsLCJTdGFydERhdGVQb3NpdGlvbiI6NiwiRW5kRGF0ZVBvc2l0aW9uIjo2LCJUaXRsZVBvc2l0aW9uIjo1LCJEdXJhdGlvblBvc2l0aW9uIjoyLCJQZXJjZW50YWdlQ29tcGxldGVkUG9zaXRpb24iOjYsIlNwYWNpbmciOjIsIklzQmVsb3dUaW1lYmFuZCI6dHJ1ZSwiUGVyY2VudGFnZUNvbXBsZXRlU2hhcGVPcGFjaXR5IjozNSwiU2hhcGVTdHlsZSI6eyIkaWQiOiIyNDkiLCJNYXJnaW4iOnsiJHJlZiI6IjEwMiJ9LCJQYWRkaW5nIjp7IiRpZCI6IjI1MCIsIlRvcCI6MCwiTGVmdCI6MCwiUmlnaHQiOjIsIkJvdHRvbSI6MH0sIkJhY2tncm91bmQiOnsiJGlkIjoiMjUxIiwiQ29sb3IiOnsiJGlkIjoiMjUyIiwiQSI6MjU1LCJSIjoxOTIsIkciOjAsIkIiOjB9fSwiSXNWaXNpYmxlIjp0cnVlLCJXaWR0aCI6MC4wLCJIZWlnaHQiOjEwLjAsIkJvcmRlclN0eWxlIjp7IiRpZCI6IjI1MyIsIkxpbmVDb2xvciI6eyIkaWQiOiIyNTQiLCIkdHlwZSI6Ik5MUkUuQ29tbW9uLkRvbS5Tb2xpZENvbG9yQnJ1c2gsIE5MUkUuQ29tbW9uIiwiQ29sb3IiOnsiJGlkIjoiMjU1IiwiQSI6MjU1LCJSIjoyNTUsIkciOjAsIkIiOjB9fSwiTGluZVdlaWdodCI6MC4wLCJMaW5lVHlwZSI6MCwiUGFyZW50U3R5bGUiOm51bGx9LCJQYXJlbnRTdHlsZSI6eyIkcmVmIjoiMTAxIn19LCJUaXRsZVN0eWxlIjp7IiRpZCI6IjI1NiIsIkZvbnRTZXR0aW5ncyI6eyIkaWQiOiIyNTciLCJGb250U2l6ZSI6MTEsIkZvbnROYW1lIjoiQ2FsaWJyaSIsIklzQm9sZCI6ZmFsc2UsIklzSXRhbGljIjpmYWxzZSwiSXNVbmRlcmxpbmVkIjpmYWxzZSwiUGFyZW50U3R5bGUiOnsiJHJlZiI6IjEwOCJ9fSwiQXV0b1NpemUiOjAsIkZvcmVncm91bmQiOnsiJGlkIjoiMjU4IiwiQ29sb3IiOnsiJGlkIjoiMjU5IiwiQSI6MjU1LCJSIjoxNzgsIkciOjE0LCJCIjoxOH19LCJNYXhXaWR0aCI6NDcuODM3NzE1MTQ4OTI1NzgxLCJNYXhIZWlnaHQiOiJJbmZpbml0eSIsIlNtYXJ0Rm9yZWdyb3VuZElzQWN0aXZlIjpmYWxzZSwiSG9yaXpvbnRhbEFsaWdubWVudCI6MCwiVmVydGljYWxBbGlnbm1lbnQiOjAsIlNtYXJ0Rm9yZWdyb3VuZCI6bnVsbCwiTWFyZ2luIjp7IiRyZWYiOiIxMTEifSwiUGFkZGluZyI6eyIkcmVmIjoiMTEyIn0sIkJhY2tncm91bmQiOnsiJHJlZiI6IjExMyJ9LCJJc1Zpc2libGUiOnRydWUsIldpZHRoIjowLjAsIkhlaWdodCI6MC4wLCJCb3JkZXJTdHlsZSI6eyIkaWQiOiIyNjAiLCJMaW5lQ29sb3IiOm51bGwsIkxpbmVXZWlnaHQiOjAuMCwiTGluZVR5cGUiOjAsIlBhcmVudFN0eWxlIjpudWxsfSwiUGFyZW50U3R5bGUiOnsiJHJlZiI6IjEwNyJ9fSwiRGF0ZVN0eWxlIjp7IiRpZCI6IjI2MSIsIkZvbnRTZXR0aW5ncyI6eyIkaWQiOiIyNjIiLCJGb250U2l6ZSI6MTAsIkZvbnROYW1lIjoiQ2FsaWJyaSIsIklzQm9sZCI6ZmFsc2UsIklzSXRhbGljIjpmYWxzZSwiSXNVbmRlcmxpbmVkIjpmYWxzZSwiUGFyZW50U3R5bGUiOnsiJHJlZiI6IjExNSJ9fSwiQXV0b1NpemUiOjAsIkZvcmVncm91bmQiOnsiJGlkIjoiMjYzIiwiQ29sb3IiOnsiJGlkIjoiMjY0IiwiQSI6MjU1LCJSIjo2OCwiRyI6ODQsIkIiOjEwNn19LCJNYXhXaWR0aCI6MjAwLjAsIk1heEhlaWdodCI6IkluZmluaXR5IiwiU21hcnRGb3JlZ3JvdW5kSXNBY3RpdmUiOmZhbHNlLCJIb3Jpem9udGFsQWxpZ25tZW50IjowLCJWZXJ0aWNhbEFsaWdubWVudCI6MCwiU21hcnRGb3JlZ3JvdW5kIjpudWxsLCJNYXJnaW4iOnsiJHJlZiI6IjExOCJ9LCJQYWRkaW5nIjp7IiRyZWYiOiIxMTkifSwiQmFja2dyb3VuZCI6eyIkcmVmIjoiMTIwIn0sIklzVmlzaWJsZSI6ZmFsc2UsIldpZHRoIjowLjAsIkhlaWdodCI6MC4wLCJCb3JkZXJTdHlsZSI6eyIkaWQiOiIyNjUiLCJMaW5lQ29sb3IiOm51bGwsIkxpbmVXZWlnaHQiOjAuMCwiTGluZVR5cGUiOjAsIlBhcmVudFN0eWxlIjpudWxsfSwiUGFyZW50U3R5bGUiOnsiJHJlZiI6IjExNCJ9fSwiRGF0ZUZvcm1hdCI6eyIkaWQiOiIyNjYiLCJGb3JtYXRTdHJpbmciOiJNL2QiLCJTZXBhcmF0b3IiOiIvIiwiVXNlSW50ZXJuYXRpb25hbERhdGVGb3JtYXQiOmZhbHNlfSwiSXNWaXNpYmxlIjp0cnVlLCJQYXJlbnRTdHlsZSI6eyIkcmVmIjoiODAifX0sIkluZGV4IjoyLCJJZCI6IjQ4NTQxYzA4LWI4MjYtNDg4MC1iNWY1LWUyNGM5YzE5NDg5YyIsIkltcG9ydElkIjpudWxsLCJUaXRsZSI6IlN1Yi10YXNrIDEiLCJOb3RlIjpudWxsLCJIeXBlcmxpbmsiOm51bGwsIklzQ2hhbmdlZCI6ZmFsc2UsIklzTmV3Ijp0cnVlfSx7IiRpZCI6IjI2NyIsIkdyb3VwTmFtZSI6bnVsbCwiU3RhcnREYXRlIjoiMjAxNy0wOS0wNVQwMDowMDowMFoiLCJFbmREYXRlIjoiMjAxNy0wOS0wOVQyMzo1OTo1OS45OTlaIiwiUGVyY2VudGFnZUNvbXBsZXRlIjpudWxsLCJTdHlsZSI6eyIkaWQiOiIyNjgiLCJTaGFwZSI6MywiU2hhcGVUaGlja25lc3MiOjAsIkR1cmF0aW9uRm9ybWF0IjowLCJJbmNsdWRlTm9uV29ya2luZ0RheXNJbkR1cmF0aW9uIjpmYWxzZSwiUGVyY2VudGFnZUNvbXBsZXRlU3R5bGUiOnsiJGlkIjoiMjY5IiwiRm9udFNldHRpbmdzIjp7IiRpZCI6IjI3MCIsIkZvbnRTaXplIjoxMCwiRm9udE5hbWUiOiJDYWxpYnJpIiwiSXNCb2xkIjpmYWxzZSwiSXNJdGFsaWMiOmZhbHNlLCJJc1VuZGVybGluZWQiOmZhbHNlLCJQYXJlbnRTdHlsZSI6eyIkcmVmIjoiODIifX0sIkF1dG9TaXplIjowLCJGb3JlZ3JvdW5kIjp7IiRyZWYiOiI4MyJ9LCJNYXhXaWR0aCI6MjAwLjAsIk1heEhlaWdodCI6IkluZmluaXR5IiwiU21hcnRGb3JlZ3JvdW5kSXNBY3RpdmUiOmZhbHNlLCJIb3Jpem9udGFsQWxpZ25tZW50IjowLCJWZXJ0aWNhbEFsaWdubWVudCI6MCwiU21hcnRGb3JlZ3JvdW5kIjpudWxsLCJNYXJnaW4iOnsiJHJlZiI6Ijg1In0sIlBhZGRpbmciOnsiJHJlZiI6Ijg2In0sIkJhY2tncm91bmQiOnsiJHJlZiI6Ijg3In0sIklzVmlzaWJsZSI6dHJ1ZSwiV2lkdGgiOjAuMCwiSGVpZ2h0IjowLjAsIkJvcmRlclN0eWxlIjp7IiRpZCI6IjI3MSIsIkxpbmVDb2xvciI6bnVsbCwiTGluZVdlaWdodCI6MC4wLCJMaW5lVHlwZSI6MCwiUGFyZW50U3R5bGUiOm51bGx9LCJQYXJlbnRTdHlsZSI6eyIkcmVmIjoiODEifX0sIkR1cmF0aW9uU3R5bGUiOnsiJGlkIjoiMjcyIiwiRm9udFNldHRpbmdzIjp7IiRpZCI6IjI3MyIsIkZvbnRTaXplIjoxMCwiRm9udE5hbWUiOiJDYWxpYnJpIiwiSXNCb2xkIjpmYWxzZSwiSXNJdGFsaWMiOmZhbHNlLCJJc1VuZGVybGluZWQiOmZhbHNlLCJQYXJlbnRTdHlsZSI6eyIkcmVmIjoiODkifX0sIkF1dG9TaXplIjowLCJGb3JlZ3JvdW5kIjp7IiRpZCI6IjI3NCIsIkNvbG9yIjp7IiRpZCI6IjI3NSIsIkEiOjI1NSwiUiI6MjU1LCJHIjoyNTUsIkIiOjI1NX19LCJNYXhXaWR0aCI6MjAwLjAsIk1heEhlaWdodCI6IkluZmluaXR5IiwiU21hcnRGb3JlZ3JvdW5kSXNBY3RpdmUiOmZhbHNlLCJIb3Jpem9udGFsQWxpZ25tZW50IjowLCJWZXJ0aWNhbEFsaWdubWVudCI6MCwiU21hcnRGb3JlZ3JvdW5kIjpudWxsLCJNYXJnaW4iOnsiJHJlZiI6IjkyIn0sIlBhZGRpbmciOnsiJHJlZiI6IjkzIn0sIkJhY2tncm91bmQiOnsiJHJlZiI6Ijk0In0sIklzVmlzaWJsZSI6dHJ1ZSwiV2lkdGgiOjAuMCwiSGVpZ2h0IjowLjAsIkJvcmRlclN0eWxlIjp7IiRpZCI6IjI3NiIsIkxpbmVDb2xvciI6bnVsbCwiTGluZVdlaWdodCI6MC4wLCJMaW5lVHlwZSI6MCwiUGFyZW50U3R5bGUiOm51bGx9LCJQYXJlbnRTdHlsZSI6eyIkcmVmIjoiODgifX0sIkhvcml6b250YWxDb25uZWN0b3JTdHlsZSI6eyIkaWQiOiIyNzciLCJMaW5lQ29sb3IiOnsiJGlkIjoiMjc4IiwiJHR5cGUiOiJOTFJFLkNvbW1vbi5Eb20uU29saWRDb2xvckJydXNoLCBOTFJFLkNvbW1vbiIsIkNvbG9yIjp7IiRpZCI6IjI3OSIsIkEiOjI1NSwiUiI6MjMxLCJHIjoyMzAsIkIiOjIzMH19LCJMaW5lV2VpZ2h0IjoxLjAsIkxpbmVUeXBlIjowLCJQYXJlbnRTdHlsZSI6eyIkcmVmIjoiOTUifX0sIlZlcnRpY2FsQ29ubmVjdG9yU3R5bGUiOnsiJGlkIjoiMjgwIiwiTGluZUNvbG9yIjp7IiRyZWYiOiI5OSJ9LCJMaW5lV2VpZ2h0IjowLjAsIkxpbmVUeXBlIjowLCJQYXJlbnRTdHlsZSI6eyIkcmVmIjoiOTgifX0sIk1hcmdpbiI6bnVsbCwiU3RhcnREYXRlUG9zaXRpb24iOjYsIkVuZERhdGVQb3NpdGlvbiI6NiwiVGl0bGVQb3NpdGlvbiI6NSwiRHVyYXRpb25Qb3NpdGlvbiI6MiwiUGVyY2VudGFnZUNvbXBsZXRlZFBvc2l0aW9uIjo2LCJTcGFjaW5nIjoyLCJJc0JlbG93VGltZWJhbmQiOnRydWUsIlBlcmNlbnRhZ2VDb21wbGV0ZVNoYXBlT3BhY2l0eSI6MzUsIlNoYXBlU3R5bGUiOnsiJGlkIjoiMjgxIiwiTWFyZ2luIjp7IiRyZWYiOiIxMDIifSwiUGFkZGluZyI6eyIkaWQiOiIyODIiLCJUb3AiOjAsIkxlZnQiOjAsIlJpZ2h0IjoyLCJCb3R0b20iOjB9LCJCYWNrZ3JvdW5kIjp7IiRpZCI6IjI4MyIsIkNvbG9yIjp7IiRpZCI6IjI4NCIsIkEiOjI1NSwiUiI6MTkyLCJHIjowLCJCIjowfX0sIklzVmlzaWJsZSI6dHJ1ZSwiV2lkdGgiOjAuMCwiSGVpZ2h0IjoxMC4wLCJCb3JkZXJTdHlsZSI6eyIkaWQiOiIyODUiLCJMaW5lQ29sb3IiOnsiJGlkIjoiMjg2IiwiJHR5cGUiOiJOTFJFLkNvbW1vbi5Eb20uU29saWRDb2xvckJydXNoLCBOTFJFLkNvbW1vbiIsIkNvbG9yIjp7IiRpZCI6IjI4NyIsIkEiOjI1NSwiUiI6MjU1LCJHIjowLCJCIjowfX0sIkxpbmVXZWlnaHQiOjAuMCwiTGluZVR5cGUiOjAsIlBhcmVudFN0eWxlIjpudWxsfSwiUGFyZW50U3R5bGUiOnsiJHJlZiI6IjEwMSJ9fSwiVGl0bGVTdHlsZSI6eyIkaWQiOiIyODgiLCJGb250U2V0dGluZ3MiOnsiJGlkIjoiMjg5IiwiRm9udFNpemUiOjExLCJGb250TmFtZSI6IkNhbGlicmkiLCJJc0JvbGQiOmZhbHNlLCJJc0l0YWxpYyI6ZmFsc2UsIklzVW5kZXJsaW5lZCI6ZmFsc2UsIlBhcmVudFN0eWxlIjp7IiRyZWYiOiIxMDgifX0sIkF1dG9TaXplIjowLCJGb3JlZ3JvdW5kIjp7IiRpZCI6IjI5MCIsIkNvbG9yIjp7IiRpZCI6IjI5MSIsIkEiOjI1NSwiUiI6MTc4LCJHIjoxNCwiQiI6MTh9fSwiTWF4V2lkdGgiOjQ3LjgzNzcxNTE0ODkyNTc4MSwiTWF4SGVpZ2h0IjoiSW5maW5pdHkiLCJTbWFydEZvcmVncm91bmRJc0FjdGl2ZSI6ZmFsc2UsIkhvcml6b250YWxBbGlnbm1lbnQiOjAsIlZlcnRpY2FsQWxpZ25tZW50IjowLCJTbWFydEZvcmVncm91bmQiOm51bGwsIk1hcmdpbiI6eyIkcmVmIjoiMTExIn0sIlBhZGRpbmciOnsiJHJlZiI6IjExMiJ9LCJCYWNrZ3JvdW5kIjp7IiRyZWYiOiIxMTMifSwiSXNWaXNpYmxlIjp0cnVlLCJXaWR0aCI6MC4wLCJIZWlnaHQiOjAuMCwiQm9yZGVyU3R5bGUiOnsiJGlkIjoiMjkyIiwiTGluZUNvbG9yIjpudWxsLCJMaW5lV2VpZ2h0IjowLjAsIkxpbmVUeXBlIjowLCJQYXJlbnRTdHlsZSI6bnVsbH0sIlBhcmVudFN0eWxlIjp7IiRyZWYiOiIxMDcifX0sIkRhdGVTdHlsZSI6eyIkaWQiOiIyOTMiLCJGb250U2V0dGluZ3MiOnsiJGlkIjoiMjk0IiwiRm9udFNpemUiOjEwLCJGb250TmFtZSI6IkNhbGlicmkiLCJJc0JvbGQiOmZhbHNlLCJJc0l0YWxpYyI6ZmFsc2UsIklzVW5kZXJsaW5lZCI6ZmFsc2UsIlBhcmVudFN0eWxlIjp7IiRyZWYiOiIxMTUifX0sIkF1dG9TaXplIjowLCJGb3JlZ3JvdW5kIjp7IiRpZCI6IjI5NSIsIkNvbG9yIjp7IiRpZCI6IjI5NiIsIkEiOjI1NSwiUiI6NjgsIkciOjg0LCJCIjoxMDZ9fSwiTWF4V2lkdGgiOjIwMC4wLCJNYXhIZWlnaHQiOiJJbmZpbml0eSIsIlNtYXJ0Rm9yZWdyb3VuZElzQWN0aXZlIjpmYWxzZSwiSG9yaXpvbnRhbEFsaWdubWVudCI6MCwiVmVydGljYWxBbGlnbm1lbnQiOjAsIlNtYXJ0Rm9yZWdyb3VuZCI6bnVsbCwiTWFyZ2luIjp7IiRyZWYiOiIxMTgifSwiUGFkZGluZyI6eyIkcmVmIjoiMTE5In0sIkJhY2tncm91bmQiOnsiJHJlZiI6IjEyMCJ9LCJJc1Zpc2libGUiOmZhbHNlLCJXaWR0aCI6MC4wLCJIZWlnaHQiOjAuMCwiQm9yZGVyU3R5bGUiOnsiJGlkIjoiMjk3IiwiTGluZUNvbG9yIjpudWxsLCJMaW5lV2VpZ2h0IjowLjAsIkxpbmVUeXBlIjowLCJQYXJlbnRTdHlsZSI6bnVsbH0sIlBhcmVudFN0eWxlIjp7IiRyZWYiOiIxMTQifX0sIkRhdGVGb3JtYXQiOnsiJGlkIjoiMjk4IiwiRm9ybWF0U3RyaW5nIjoiTS9kIiwiU2VwYXJhdG9yIjoiLyIsIlVzZUludGVybmF0aW9uYWxEYXRlRm9ybWF0IjpmYWxzZX0sIklzVmlzaWJsZSI6dHJ1ZSwiUGFyZW50U3R5bGUiOnsiJHJlZiI6IjgwIn19LCJJbmRleCI6MywiSWQiOiI1OWNhNjBhYS0xYmE5LTQ4YTctOTUxNi1mYTAxMTg4NjUzMDgiLCJJbXBvcnRJZCI6bnVsbCwiVGl0bGUiOiJTdWItdGFzayAyIiwiTm90ZSI6bnVsbCwiSHlwZXJsaW5rIjpudWxsLCJJc0NoYW5nZWQiOmZhbHNlLCJJc05ldyI6dHJ1ZX0seyIkaWQiOiIyOTkiLCJHcm91cE5hbWUiOm51bGwsIlN0YXJ0RGF0ZSI6IjIwMTctMDktMTBUMDA6MDA6MDBaIiwiRW5kRGF0ZSI6IjIwMTctMDktMTZUMjM6NTk6NTkuOTk5WiIsIlBlcmNlbnRhZ2VDb21wbGV0ZSI6bnVsbCwiU3R5bGUiOnsiJGlkIjoiMzAwIiwiU2hhcGUiOjQsIlNoYXBlVGhpY2tuZXNzIjowLCJEdXJhdGlvbkZvcm1hdCI6MCwiSW5jbHVkZU5vbldvcmtpbmdEYXlzSW5EdXJhdGlvbiI6ZmFsc2UsIlBlcmNlbnRhZ2VDb21wbGV0ZVN0eWxlIjp7IiRpZCI6IjMwMSIsIkZvbnRTZXR0aW5ncyI6eyIkaWQiOiIzMDIiLCJGb250U2l6ZSI6MTAsIkZvbnROYW1lIjoiQ2FsaWJyaSIsIklzQm9sZCI6ZmFsc2UsIklzSXRhbGljIjpmYWxzZSwiSXNVbmRlcmxpbmVkIjpmYWxzZSwiUGFyZW50U3R5bGUiOnsiJHJlZiI6IjgyIn19LCJBdXRvU2l6ZSI6MCwiRm9yZWdyb3VuZCI6eyIkcmVmIjoiODMifSwiTWF4V2lkdGgiOjIwMC4wLCJNYXhIZWlnaHQiOiJJbmZpbml0eSIsIlNtYXJ0Rm9yZWdyb3VuZElzQWN0aXZlIjpmYWxzZSwiSG9yaXpvbnRhbEFsaWdubWVudCI6MCwiVmVydGljYWxBbGlnbm1lbnQiOjAsIlNtYXJ0Rm9yZWdyb3VuZCI6bnVsbCwiTWFyZ2luIjp7IiRyZWYiOiI4NSJ9LCJQYWRkaW5nIjp7IiRyZWYiOiI4NiJ9LCJCYWNrZ3JvdW5kIjp7IiRyZWYiOiI4NyJ9LCJJc1Zpc2libGUiOnRydWUsIldpZHRoIjowLjAsIkhlaWdodCI6MC4wLCJCb3JkZXJTdHlsZSI6eyIkaWQiOiIzMDMiLCJMaW5lQ29sb3IiOm51bGwsIkxpbmVXZWlnaHQiOjAuMCwiTGluZVR5cGUiOjAsIlBhcmVudFN0eWxlIjpudWxsfSwiUGFyZW50U3R5bGUiOnsiJHJlZiI6IjgxIn19LCJEdXJhdGlvblN0eWxlIjp7IiRpZCI6IjMwNCIsIkZvbnRTZXR0aW5ncyI6eyIkaWQiOiIzMDUiLCJGb250U2l6ZSI6MTAsIkZvbnROYW1lIjoiQ2FsaWJyaSIsIklzQm9sZCI6ZmFsc2UsIklzSXRhbGljIjpmYWxzZSwiSXNVbmRlcmxpbmVkIjpmYWxzZSwiUGFyZW50U3R5bGUiOnsiJHJlZiI6Ijg5In19LCJBdXRvU2l6ZSI6MCwiRm9yZWdyb3VuZCI6eyIkaWQiOiIzMDYiLCJDb2xvciI6eyIkaWQiOiIzMDciLCJBIjoyNTUsIlIiOjI1NSwiRyI6MjU1LCJCIjoyNTV9fSwiTWF4V2lkdGgiOjIwMC4wLCJNYXhIZWlnaHQiOiJJbmZpbml0eSIsIlNtYXJ0Rm9yZWdyb3VuZElzQWN0aXZlIjpmYWxzZSwiSG9yaXpvbnRhbEFsaWdubWVudCI6MCwiVmVydGljYWxBbGlnbm1lbnQiOjAsIlNtYXJ0Rm9yZWdyb3VuZCI6bnVsbCwiTWFyZ2luIjp7IiRyZWYiOiI5MiJ9LCJQYWRkaW5nIjp7IiRyZWYiOiI5MyJ9LCJCYWNrZ3JvdW5kIjp7IiRyZWYiOiI5NCJ9LCJJc1Zpc2libGUiOnRydWUsIldpZHRoIjowLjAsIkhlaWdodCI6MC4wLCJCb3JkZXJTdHlsZSI6eyIkaWQiOiIzMDgiLCJMaW5lQ29sb3IiOm51bGwsIkxpbmVXZWlnaHQiOjAuMCwiTGluZVR5cGUiOjAsIlBhcmVudFN0eWxlIjpudWxsfSwiUGFyZW50U3R5bGUiOnsiJHJlZiI6Ijg4In19LCJIb3Jpem9udGFsQ29ubmVjdG9yU3R5bGUiOnsiJGlkIjoiMzA5IiwiTGluZUNvbG9yIjp7IiRpZCI6IjMxMCIsIiR0eXBlIjoiTkxSRS5Db21tb24uRG9tLlNvbGlkQ29sb3JCcnVzaCwgTkxSRS5Db21tb24iLCJDb2xvciI6eyIkaWQiOiIzMTEiLCJBIjoyNTUsIlIiOjIzMSwiRyI6MjMwLCJCIjoyMzB9fSwiTGluZVdlaWdodCI6MS4wLCJMaW5lVHlwZSI6MCwiUGFyZW50U3R5bGUiOnsiJHJlZiI6Ijk1In19LCJWZXJ0aWNhbENvbm5lY3RvclN0eWxlIjp7IiRpZCI6IjMxMiIsIkxpbmVDb2xvciI6eyIkcmVmIjoiOTkifSwiTGluZVdlaWdodCI6MC4wLCJMaW5lVHlwZSI6MCwiUGFyZW50U3R5bGUiOnsiJHJlZiI6Ijk4In19LCJNYXJnaW4iOm51bGwsIlN0YXJ0RGF0ZVBvc2l0aW9uIjo2LCJFbmREYXRlUG9zaXRpb24iOjYsIlRpdGxlUG9zaXRpb24iOjUsIkR1cmF0aW9uUG9zaXRpb24iOjIsIlBlcmNlbnRhZ2VDb21wbGV0ZWRQb3NpdGlvbiI6NiwiU3BhY2luZyI6MiwiSXNCZWxvd1RpbWViYW5kIjp0cnVlLCJQZXJjZW50YWdlQ29tcGxldGVTaGFwZU9wYWNpdHkiOjM1LCJTaGFwZVN0eWxlIjp7IiRpZCI6IjMxMyIsIk1hcmdpbiI6eyIkcmVmIjoiMTAyIn0sIlBhZGRpbmciOnsiJHJlZiI6IjEwMyJ9LCJCYWNrZ3JvdW5kIjp7IiRpZCI6IjMxNCIsIkNvbG9yIjp7IiRpZCI6IjMxNSIsIkEiOjI1NSwiUiI6MTkyLCJHIjowLCJCIjowfX0sIklzVmlzaWJsZSI6dHJ1ZSwiV2lkdGgiOjAuMCwiSGVpZ2h0IjoxMC4wLCJCb3JkZXJTdHlsZSI6eyIkaWQiOiIzMTYiLCJMaW5lQ29sb3IiOnsiJGlkIjoiMzE3IiwiJHR5cGUiOiJOTFJFLkNvbW1vbi5Eb20uU29saWRDb2xvckJydXNoLCBOTFJFLkNvbW1vbiIsIkNvbG9yIjp7IiRpZCI6IjMxOCIsIkEiOjI1NSwiUiI6MjU1LCJHIjowLCJCIjowfX0sIkxpbmVXZWlnaHQiOjAuMCwiTGluZVR5cGUiOjAsIlBhcmVudFN0eWxlIjpudWxsfSwiUGFyZW50U3R5bGUiOnsiJHJlZiI6IjEwMSJ9fSwiVGl0bGVTdHlsZSI6eyIkaWQiOiIzMTkiLCJGb250U2V0dGluZ3MiOnsiJGlkIjoiMzIwIiwiRm9udFNpemUiOjExLCJGb250TmFtZSI6IkNhbGlicmkiLCJJc0JvbGQiOmZhbHNlLCJJc0l0YWxpYyI6ZmFsc2UsIklzVW5kZXJsaW5lZCI6ZmFsc2UsIlBhcmVudFN0eWxlIjp7IiRyZWYiOiIxMDgifX0sIkF1dG9TaXplIjowLCJGb3JlZ3JvdW5kIjp7IiRpZCI6IjMyMSIsIkNvbG9yIjp7IiRpZCI6IjMyMiIsIkEiOjI1NSwiUiI6MTkyLCJHIjowLCJCIjowfX0sIk1heFdpZHRoIjo0Ny44Mzc3MTUxNDg5MjU3ODEsIk1heEhlaWdodCI6IkluZmluaXR5IiwiU21hcnRGb3JlZ3JvdW5kSXNBY3RpdmUiOmZhbHNlLCJIb3Jpem9udGFsQWxpZ25tZW50IjowLCJWZXJ0aWNhbEFsaWdubWVudCI6MCwiU21hcnRGb3JlZ3JvdW5kIjpudWxsLCJNYXJnaW4iOnsiJHJlZiI6IjExMSJ9LCJQYWRkaW5nIjp7IiRyZWYiOiIxMTIifSwiQmFja2dyb3VuZCI6eyIkcmVmIjoiMTEzIn0sIklzVmlzaWJsZSI6dHJ1ZSwiV2lkdGgiOjAuMCwiSGVpZ2h0IjowLjAsIkJvcmRlclN0eWxlIjp7IiRpZCI6IjMyMyIsIkxpbmVDb2xvciI6bnVsbCwiTGluZVdlaWdodCI6MC4wLCJMaW5lVHlwZSI6MCwiUGFyZW50U3R5bGUiOm51bGx9LCJQYXJlbnRTdHlsZSI6eyIkcmVmIjoiMTA3In19LCJEYXRlU3R5bGUiOnsiJGlkIjoiMzI0IiwiRm9udFNldHRpbmdzIjp7IiRpZCI6IjMyNSIsIkZvbnRTaXplIjoxMCwiRm9udE5hbWUiOiJDYWxpYnJpIiwiSXNCb2xkIjpmYWxzZSwiSXNJdGFsaWMiOmZhbHNlLCJJc1VuZGVybGluZWQiOmZhbHNlLCJQYXJlbnRTdHlsZSI6eyIkcmVmIjoiMTE1In19LCJBdXRvU2l6ZSI6MCwiRm9yZWdyb3VuZCI6eyIkaWQiOiIzMjYiLCJDb2xvciI6eyIkaWQiOiIzMjciLCJBIjoyNTUsIlIiOjY4LCJHIjo4NCwiQiI6MTA2fX0sIk1heFdpZHRoIjoyMDAuMCwiTWF4SGVpZ2h0IjoiSW5maW5pdHkiLCJTbWFydEZvcmVncm91bmRJc0FjdGl2ZSI6ZmFsc2UsIkhvcml6b250YWxBbGlnbm1lbnQiOjAsIlZlcnRpY2FsQWxpZ25tZW50IjowLCJTbWFydEZvcmVncm91bmQiOm51bGwsIk1hcmdpbiI6eyIkcmVmIjoiMTE4In0sIlBhZGRpbmciOnsiJHJlZiI6IjExOSJ9LCJCYWNrZ3JvdW5kIjp7IiRyZWYiOiIxMjAifSwiSXNWaXNpYmxlIjpmYWxzZSwiV2lkdGgiOjAuMCwiSGVpZ2h0IjowLjAsIkJvcmRlclN0eWxlIjp7IiRpZCI6IjMyOCIsIkxpbmVDb2xvciI6bnVsbCwiTGluZVdlaWdodCI6MC4wLCJMaW5lVHlwZSI6MCwiUGFyZW50U3R5bGUiOm51bGx9LCJQYXJlbnRTdHlsZSI6eyIkcmVmIjoiMTE0In19LCJEYXRlRm9ybWF0Ijp7IiRpZCI6IjMyOSIsIkZvcm1hdFN0cmluZyI6Ik0vZCIsIlNlcGFyYXRvciI6Ii8iLCJVc2VJbnRlcm5hdGlvbmFsRGF0ZUZvcm1hdCI6ZmFsc2V9LCJJc1Zpc2libGUiOnRydWUsIlBhcmVudFN0eWxlIjp7IiRyZWYiOiI4MCJ9fSwiSW5kZXgiOjQsIklkIjoiNzhiZTdkOTEtMDgxOC00NzU0LWIwNTUtODllNjVjNDFjNDIxIiwiSW1wb3J0SWQiOm51bGwsIlRpdGxlIjoiU3ViLXRhc2sgMyIsIk5vdGUiOm51bGwsIkh5cGVybGluayI6bnVsbCwiSXNDaGFuZ2VkIjpmYWxzZSwiSXNOZXciOnRydWV9LHsiJGlkIjoiMzMwIiwiR3JvdXBOYW1lIjpudWxsLCJTdGFydERhdGUiOiIyMDE3LTA5LTE3VDAwOjAwOjAwWiIsIkVuZERhdGUiOiIyMDE3LTA5LTE3VDIzOjU5OjU5Ljk5OVoiLCJQZXJjZW50YWdlQ29tcGxldGUiOm51bGwsIlN0eWxlIjp7IiRpZCI6IjMzMSIsIlNoYXBlIjo1LCJTaGFwZVRoaWNrbmVzcyI6MSwiRHVyYXRpb25Gb3JtYXQiOjAsIkluY2x1ZGVOb25Xb3JraW5nRGF5c0luRHVyYXRpb24iOmZhbHNlLCJQZXJjZW50YWdlQ29tcGxldGVTdHlsZSI6eyIkaWQiOiIzMzIiLCJGb250U2V0dGluZ3MiOnsiJGlkIjoiMzMzIiwiRm9udFNpemUiOjEwLCJGb250TmFtZSI6IkNhbGlicmkiLCJJc0JvbGQiOmZhbHNlLCJJc0l0YWxpYyI6ZmFsc2UsIklzVW5kZXJsaW5lZCI6ZmFsc2UsIlBhcmVudFN0eWxlIjp7IiRyZWYiOiI4MiJ9fSwiQXV0b1NpemUiOjAsIkZvcmVncm91bmQiOnsiJHJlZiI6IjgzIn0sIk1heFdpZHRoIjoyMDAuMCwiTWF4SGVpZ2h0IjoiSW5maW5pdHkiLCJTbWFydEZvcmVncm91bmRJc0FjdGl2ZSI6ZmFsc2UsIkhvcml6b250YWxBbGlnbm1lbnQiOjAsIlZlcnRpY2FsQWxpZ25tZW50IjowLCJTbWFydEZvcmVncm91bmQiOm51bGwsIk1hcmdpbiI6eyIkcmVmIjoiODUifSwiUGFkZGluZyI6eyIkcmVmIjoiODYifSwiQmFja2dyb3VuZCI6eyIkcmVmIjoiODcifSwiSXNWaXNpYmxlIjp0cnVlLCJXaWR0aCI6MC4wLCJIZWlnaHQiOjAuMCwiQm9yZGVyU3R5bGUiOnsiJGlkIjoiMzM0IiwiTGluZUNvbG9yIjpudWxsLCJMaW5lV2VpZ2h0IjowLjAsIkxpbmVUeXBlIjowLCJQYXJlbnRTdHlsZSI6bnVsbH0sIlBhcmVudFN0eWxlIjp7IiRyZWYiOiI4MSJ9fSwiRHVyYXRpb25TdHlsZSI6eyIkaWQiOiIzMzUiLCJGb250U2V0dGluZ3MiOnsiJGlkIjoiMzM2IiwiRm9udFNpemUiOjEwLCJGb250TmFtZSI6IkNhbGlicmkiLCJJc0JvbGQiOmZhbHNlLCJJc0l0YWxpYyI6ZmFsc2UsIklzVW5kZXJsaW5lZCI6ZmFsc2UsIlBhcmVudFN0eWxlIjp7IiRyZWYiOiI4OSJ9fSwiQXV0b1NpemUiOjAsIkZvcmVncm91bmQiOnsiJGlkIjoiMzM3IiwiQ29sb3IiOnsiJGlkIjoiMzM4IiwiQSI6MjU1LCJSIjoxNzgsIkciOjE0LCJCIjoxOH19LCJNYXhXaWR0aCI6MjAwLjAsIk1heEhlaWdodCI6IkluZmluaXR5IiwiU21hcnRGb3JlZ3JvdW5kSXNBY3RpdmUiOmZhbHNlLCJIb3Jpem9udGFsQWxpZ25tZW50IjowLCJWZXJ0aWNhbEFsaWdubWVudCI6MCwiU21hcnRGb3JlZ3JvdW5kIjpudWxsLCJNYXJnaW4iOnsiJHJlZiI6IjkyIn0sIlBhZGRpbmciOnsiJHJlZiI6IjkzIn0sIkJhY2tncm91bmQiOnsiJHJlZiI6Ijk0In0sIklzVmlzaWJsZSI6dHJ1ZSwiV2lkdGgiOjAuMCwiSGVpZ2h0IjowLjAsIkJvcmRlclN0eWxlIjp7IiRpZCI6IjMzOSIsIkxpbmVDb2xvciI6bnVsbCwiTGluZVdlaWdodCI6MC4wLCJMaW5lVHlwZSI6MCwiUGFyZW50U3R5bGUiOm51bGx9LCJQYXJlbnRTdHlsZSI6eyIkcmVmIjoiODgifX0sIkhvcml6b250YWxDb25uZWN0b3JTdHlsZSI6eyIkaWQiOiIzNDAiLCJMaW5lQ29sb3IiOnsiJGlkIjoiMzQxIiwiJHR5cGUiOiJOTFJFLkNvbW1vbi5Eb20uU29saWRDb2xvckJydXNoLCBOTFJFLkNvbW1vbiIsIkNvbG9yIjp7IiRpZCI6IjM0MiIsIkEiOjI1NSwiUiI6MjMxLCJHIjoyMzAsIkIiOjIzMH19LCJMaW5lV2VpZ2h0IjoxLjAsIkxpbmVUeXBlIjowLCJQYXJlbnRTdHlsZSI6eyIkcmVmIjoiOTUifX0sIlZlcnRpY2FsQ29ubmVjdG9yU3R5bGUiOnsiJGlkIjoiMzQzIiwiTGluZUNvbG9yIjp7IiRyZWYiOiI5OSJ9LCJMaW5lV2VpZ2h0IjowLjAsIkxpbmVUeXBlIjowLCJQYXJlbnRTdHlsZSI6eyIkcmVmIjoiOTgifX0sIk1hcmdpbiI6bnVsbCwiU3RhcnREYXRlUG9zaXRpb24iOjYsIkVuZERhdGVQb3NpdGlvbiI6NiwiVGl0bGVQb3NpdGlvbiI6NSwiRHVyYXRpb25Qb3NpdGlvbiI6MiwiUGVyY2VudGFnZUNvbXBsZXRlZFBvc2l0aW9uIjo2LCJTcGFjaW5nIjoxMCwiSXNCZWxvd1RpbWViYW5kIjp0cnVlLCJQZXJjZW50YWdlQ29tcGxldGVTaGFwZU9wYWNpdHkiOjM1LCJTaGFwZVN0eWxlIjp7IiRpZCI6IjM0NCIsIk1hcmdpbiI6eyIkcmVmIjoiMTAyIn0sIlBhZGRpbmciOnsiJGlkIjoiMzQ1IiwiVG9wIjo0LCJMZWZ0IjowLCJSaWdodCI6MiwiQm90dG9tIjo0fSwiQmFja2dyb3VuZCI6eyIkaWQiOiIzNDYiLCJDb2xvciI6eyIkaWQiOiIzNDciLCJBIjoyNTUsIlIiOjIwNCwiRyI6MCwiQiI6MH19LCJJc1Zpc2libGUiOnRydWUsIldpZHRoIjowLjAsIkhlaWdodCI6MTYuMCwiQm9yZGVyU3R5bGUiOnsiJGlkIjoiMzQ4IiwiTGluZUNvbG9yIjp7IiRpZCI6IjM0OSIsIiR0eXBlIjoiTkxSRS5Db21tb24uRG9tLlNvbGlkQ29sb3JCcnVzaCwgTkxSRS5Db21tb24iLCJDb2xvciI6eyIkaWQiOiIzNTAiLCJBIjoyNTUsIlIiOjI1NSwiRyI6MCwiQiI6MH19LCJMaW5lV2VpZ2h0IjowLjAsIkxpbmVUeXBlIjowLCJQYXJlbnRTdHlsZSI6bnVsbH0sIlBhcmVudFN0eWxlIjp7IiRyZWYiOiIxMDEifX0sIlRpdGxlU3R5bGUiOnsiJGlkIjoiMzUxIiwiRm9udFNldHRpbmdzIjp7IiRpZCI6IjM1MiIsIkZvbnRTaXplIjoxMSwiRm9udE5hbWUiOiJDYWxpYnJpIiwiSXNCb2xkIjpmYWxzZSwiSXNJdGFsaWMiOmZhbHNlLCJJc1VuZGVybGluZWQiOmZhbHNlLCJQYXJlbnRTdHlsZSI6eyIkcmVmIjoiMTA4In19LCJBdXRvU2l6ZSI6MCwiRm9yZWdyb3VuZCI6eyIkaWQiOiIzNTMiLCJDb2xvciI6eyIkaWQiOiIzNTQiLCJBIjoyNTUsIlIiOjE5MiwiRyI6MCwiQiI6MH19LCJNYXhXaWR0aCI6MTE4LjM5NTA0MjQxOTQzMzU5LCJNYXhIZWlnaHQiOiJJbmZpbml0eSIsIlNtYXJ0Rm9yZWdyb3VuZElzQWN0aXZlIjpmYWxzZSwiSG9yaXpvbnRhbEFsaWdubWVudCI6MCwiVmVydGljYWxBbGlnbm1lbnQiOjAsIlNtYXJ0Rm9yZWdyb3VuZCI6bnVsbCwiTWFyZ2luIjp7IiRyZWYiOiIxMTEifSwiUGFkZGluZyI6eyIkcmVmIjoiMTEyIn0sIkJhY2tncm91bmQiOnsiJHJlZiI6IjExMyJ9LCJJc1Zpc2libGUiOnRydWUsIldpZHRoIjowLjAsIkhlaWdodCI6MC4wLCJCb3JkZXJTdHlsZSI6eyIkaWQiOiIzNTUiLCJMaW5lQ29sb3IiOm51bGwsIkxpbmVXZWlnaHQiOjAuMCwiTGluZVR5cGUiOjAsIlBhcmVudFN0eWxlIjpudWxsfSwiUGFyZW50U3R5bGUiOnsiJHJlZiI6IjEwNyJ9fSwiRGF0ZVN0eWxlIjp7IiRpZCI6IjM1NiIsIkZvbnRTZXR0aW5ncyI6eyIkaWQiOiIzNTciLCJGb250U2l6ZSI6MTAsIkZvbnROYW1lIjoiQ2FsaWJyaSIsIklzQm9sZCI6ZmFsc2UsIklzSXRhbGljIjpmYWxzZSwiSXNVbmRlcmxpbmVkIjpmYWxzZSwiUGFyZW50U3R5bGUiOnsiJHJlZiI6IjExNSJ9fSwiQXV0b1NpemUiOjAsIkZvcmVncm91bmQiOnsiJGlkIjoiMzU4IiwiQ29sb3IiOnsiJGlkIjoiMzU5IiwiQSI6MjU1LCJSIjo2OCwiRyI6ODQsIkIiOjEwNn19LCJNYXhXaWR0aCI6MjAwLjAsIk1heEhlaWdodCI6IkluZmluaXR5IiwiU21hcnRGb3JlZ3JvdW5kSXNBY3RpdmUiOmZhbHNlLCJIb3Jpem9udGFsQWxpZ25tZW50IjowLCJWZXJ0aWNhbEFsaWdubWVudCI6MCwiU21hcnRGb3JlZ3JvdW5kIjpudWxsLCJNYXJnaW4iOnsiJHJlZiI6IjExOCJ9LCJQYWRkaW5nIjp7IiRyZWYiOiIxMTkifSwiQmFja2dyb3VuZCI6eyIkcmVmIjoiMTIwIn0sIklzVmlzaWJsZSI6ZmFsc2UsIldpZHRoIjowLjAsIkhlaWdodCI6MC4wLCJCb3JkZXJTdHlsZSI6eyIkaWQiOiIzNjAiLCJMaW5lQ29sb3IiOm51bGwsIkxpbmVXZWlnaHQiOjAuMCwiTGluZVR5cGUiOjAsIlBhcmVudFN0eWxlIjpudWxsfSwiUGFyZW50U3R5bGUiOnsiJHJlZiI6IjExNCJ9fSwiRGF0ZUZvcm1hdCI6eyIkaWQiOiIzNjEiLCJGb3JtYXRTdHJpbmciOiJNL2QiLCJTZXBhcmF0b3IiOiIvIiwiVXNlSW50ZXJuYXRpb25hbERhdGVGb3JtYXQiOmZhbHNlfSwiSXNWaXNpYmxlIjp0cnVlLCJQYXJlbnRTdHlsZSI6eyIkcmVmIjoiODAifX0sIkluZGV4Ijo1LCJJZCI6IjgzNmMzNTdkLWI0MDgtNGI1MC04MDdkLWRkMjdiODdjYmRjMyIsIkltcG9ydElkIjpudWxsLCJUaXRsZSI6IlN1Yi10YXNrIDQgLSB6ZXJvIGR1cmF0aW9uIiwiTm90ZSI6bnVsbCwiSHlwZXJsaW5rIjpudWxsLCJJc0NoYW5nZWQiOmZhbHNlLCJJc05ldyI6dHJ1ZX0seyIkaWQiOiIzNjIiLCJHcm91cE5hbWUiOm51bGwsIlN0YXJ0RGF0ZSI6IjIwMTctMDktMThUMDA6MDA6MDBaIiwiRW5kRGF0ZSI6IjIwMTctMTAtMDNUMjM6NTk6NTkuOTk5WiIsIlBlcmNlbnRhZ2VDb21wbGV0ZSI6bnVsbCwiU3R5bGUiOnsiJGlkIjoiMzYzIiwiU2hhcGUiOjYsIlNoYXBlVGhpY2tuZXNzIjoxLCJEdXJhdGlvbkZvcm1hdCI6MCwiSW5jbHVkZU5vbldvcmtpbmdEYXlzSW5EdXJhdGlvbiI6ZmFsc2UsIlBlcmNlbnRhZ2VDb21wbGV0ZVN0eWxlIjp7IiRpZCI6IjM2NCIsIkZvbnRTZXR0aW5ncyI6eyIkaWQiOiIzNjUiLCJGb250U2l6ZSI6MTAsIkZvbnROYW1lIjoiQ2FsaWJyaSIsIklzQm9sZCI6ZmFsc2UsIklzSXRhbGljIjpmYWxzZSwiSXNVbmRlcmxpbmVkIjpmYWxzZSwiUGFyZW50U3R5bGUiOnsiJHJlZiI6IjgyIn19LCJBdXRvU2l6ZSI6MCwiRm9yZWdyb3VuZCI6eyIkcmVmIjoiODMifSwiTWF4V2lkdGgiOjIwMC4wLCJNYXhIZWlnaHQiOiJJbmZpbml0eSIsIlNtYXJ0Rm9yZWdyb3VuZElzQWN0aXZlIjpmYWxzZSwiSG9yaXpvbnRhbEFsaWdubWVudCI6MCwiVmVydGljYWxBbGlnbm1lbnQiOjAsIlNtYXJ0Rm9yZWdyb3VuZCI6bnVsbCwiTWFyZ2luIjp7IiRyZWYiOiI4NSJ9LCJQYWRkaW5nIjp7IiRyZWYiOiI4NiJ9LCJCYWNrZ3JvdW5kIjp7IiRyZWYiOiI4NyJ9LCJJc1Zpc2libGUiOnRydWUsIldpZHRoIjowLjAsIkhlaWdodCI6MC4wLCJCb3JkZXJTdHlsZSI6eyIkaWQiOiIzNjYiLCJMaW5lQ29sb3IiOm51bGwsIkxpbmVXZWlnaHQiOjAuMCwiTGluZVR5cGUiOjAsIlBhcmVudFN0eWxlIjpudWxsfSwiUGFyZW50U3R5bGUiOnsiJHJlZiI6IjgxIn19LCJEdXJhdGlvblN0eWxlIjp7IiRpZCI6IjM2NyIsIkZvbnRTZXR0aW5ncyI6eyIkaWQiOiIzNjgiLCJGb250U2l6ZSI6MTMsIkZvbnROYW1lIjoiQ2FsaWJyaSIsIklzQm9sZCI6ZmFsc2UsIklzSXRhbGljIjpmYWxzZSwiSXNVbmRlcmxpbmVkIjpmYWxzZSwiUGFyZW50U3R5bGUiOnsiJHJlZiI6Ijg5In19LCJBdXRvU2l6ZSI6MCwiRm9yZWdyb3VuZCI6eyIkaWQiOiIzNjkiLCJDb2xvciI6eyIkaWQiOiIzNzAiLCJBIjoyNTUsIlIiOjI1NSwiRyI6MjU1LCJCIjoyNTV9fSwiTWF4V2lkdGgiOjIwMC4wLCJNYXhIZWlnaHQiOiJJbmZpbml0eSIsIlNtYXJ0Rm9yZWdyb3VuZElzQWN0aXZlIjpmYWxzZSwiSG9yaXpvbnRhbEFsaWdubWVudCI6MCwiVmVydGljYWxBbGlnbm1lbnQiOjAsIlNtYXJ0Rm9yZWdyb3VuZCI6bnVsbCwiTWFyZ2luIjp7IiRyZWYiOiI5MiJ9LCJQYWRkaW5nIjp7IiRyZWYiOiI5MyJ9LCJCYWNrZ3JvdW5kIjp7IiRyZWYiOiI5NCJ9LCJJc1Zpc2libGUiOnRydWUsIldpZHRoIjowLjAsIkhlaWdodCI6MC4wLCJCb3JkZXJTdHlsZSI6eyIkaWQiOiIzNzEiLCJMaW5lQ29sb3IiOm51bGwsIkxpbmVXZWlnaHQiOjAuMCwiTGluZVR5cGUiOjAsIlBhcmVudFN0eWxlIjpudWxsfSwiUGFyZW50U3R5bGUiOnsiJHJlZiI6Ijg4In19LCJIb3Jpem9udGFsQ29ubmVjdG9yU3R5bGUiOnsiJGlkIjoiMzcyIiwiTGluZUNvbG9yIjp7IiRyZWYiOiI5NiJ9LCJMaW5lV2VpZ2h0IjoxLjAsIkxpbmVUeXBlIjowLCJQYXJlbnRTdHlsZSI6eyIkcmVmIjoiOTUifX0sIlZlcnRpY2FsQ29ubmVjdG9yU3R5bGUiOnsiJGlkIjoiMzczIiwiTGluZUNvbG9yIjp7IiRyZWYiOiI5OSJ9LCJMaW5lV2VpZ2h0IjowLjAsIkxpbmVUeXBlIjowLCJQYXJlbnRTdHlsZSI6eyIkcmVmIjoiOTgifX0sIk1hcmdpbiI6bnVsbCwiU3RhcnREYXRlUG9zaXRpb24iOjYsIkVuZERhdGVQb3NpdGlvbiI6NiwiVGl0bGVQb3NpdGlvbiI6NSwiRHVyYXRpb25Qb3NpdGlvbiI6MiwiUGVyY2VudGFnZUNvbXBsZXRlZFBvc2l0aW9uIjo2LCJTcGFjaW5nIjoyLCJJc0JlbG93VGltZWJhbmQiOnRydWUsIlBlcmNlbnRhZ2VDb21wbGV0ZVNoYXBlT3BhY2l0eSI6MzUsIlNoYXBlU3R5bGUiOnsiJGlkIjoiMzc0IiwiTWFyZ2luIjp7IiRyZWYiOiIxMDIifSwiUGFkZGluZyI6eyIkaWQiOiIzNzUiLCJUb3AiOjMsIkxlZnQiOjAsIlJpZ2h0IjowLCJCb3R0b20iOjR9LCJCYWNrZ3JvdW5kIjp7IiRpZCI6IjM3NiIsIkNvbG9yIjp7IiRpZCI6IjM3NyIsIkEiOjI1NSwiUiI6MzAsIkciOjEwMSwiQiI6MTUyfX0sIklzVmlzaWJsZSI6dHJ1ZSwiV2lkdGgiOjAuMCwiSGVpZ2h0IjoxNi4wLCJCb3JkZXJTdHlsZSI6eyIkaWQiOiIzNzgiLCJMaW5lQ29sb3IiOnsiJGlkIjoiMzc5IiwiJHR5cGUiOiJOTFJFLkNvbW1vbi5Eb20uU29saWRDb2xvckJydXNoLCBOTFJFLkNvbW1vbiIsIkNvbG9yIjp7IiRpZCI6IjM4MCIsIkEiOjI1NSwiUiI6MjU1LCJHIjowLCJCIjowfX0sIkxpbmVXZWlnaHQiOjAuMCwiTGluZVR5cGUiOjAsIlBhcmVudFN0eWxlIjpudWxsfSwiUGFyZW50U3R5bGUiOnsiJHJlZiI6IjEwMSJ9fSwiVGl0bGVTdHlsZSI6eyIkaWQiOiIzODEiLCJGb250U2V0dGluZ3MiOnsiJGlkIjoiMzgyIiwiRm9udFNpemUiOjE0LCJGb250TmFtZSI6IkNhbGlicmkiLCJJc0JvbGQiOnRydWUsIklzSXRhbGljIjpmYWxzZSwiSXNVbmRlcmxpbmVkIjpmYWxzZSwiUGFyZW50U3R5bGUiOnsiJHJlZiI6IjEwOCJ9fSwiQXV0b1NpemUiOjAsIkZvcmVncm91bmQiOnsiJGlkIjoiMzgzIiwiQ29sb3IiOnsiJGlkIjoiMzg0IiwiQSI6MjU1LCJSIjozMCwiRyI6MTAxLCJCIjoxNTJ9fSwiTWF4V2lkdGgiOjY2LjM5MjEyNzk5MDcyMjY1NiwiTWF4SGVpZ2h0IjoiSW5maW5pdHkiLCJTbWFydEZvcmVncm91bmRJc0FjdGl2ZSI6ZmFsc2UsIkhvcml6b250YWxBbGlnbm1lbnQiOjAsIlZlcnRpY2FsQWxpZ25tZW50IjowLCJTbWFydEZvcmVncm91bmQiOm51bGwsIk1hcmdpbiI6eyIkcmVmIjoiMTExIn0sIlBhZGRpbmciOnsiJHJlZiI6IjExMiJ9LCJCYWNrZ3JvdW5kIjp7IiRyZWYiOiIxMTMifSwiSXNWaXNpYmxlIjp0cnVlLCJXaWR0aCI6MC4wLCJIZWlnaHQiOjAuMCwiQm9yZGVyU3R5bGUiOnsiJGlkIjoiMzg1IiwiTGluZUNvbG9yIjpudWxsLCJMaW5lV2VpZ2h0IjowLjAsIkxpbmVUeXBlIjowLCJQYXJlbnRTdHlsZSI6bnVsbH0sIlBhcmVudFN0eWxlIjp7IiRyZWYiOiIxMDcifX0sIkRhdGVTdHlsZSI6eyIkaWQiOiIzODYiLCJGb250U2V0dGluZ3MiOnsiJGlkIjoiMzg3IiwiRm9udFNpemUiOjEwLCJGb250TmFtZSI6IkNhbGlicmkiLCJJc0JvbGQiOmZhbHNlLCJJc0l0YWxpYyI6ZmFsc2UsIklzVW5kZXJsaW5lZCI6ZmFsc2UsIlBhcmVudFN0eWxlIjp7IiRyZWYiOiIxMTUifX0sIkF1dG9TaXplIjowLCJGb3JlZ3JvdW5kIjp7IiRpZCI6IjM4OCIsIkNvbG9yIjp7IiRpZCI6IjM4OSIsIkEiOjI1NSwiUiI6NjgsIkciOjg0LCJCIjoxMDZ9fSwiTWF4V2lkdGgiOjIwMC4wLCJNYXhIZWlnaHQiOiJJbmZpbml0eSIsIlNtYXJ0Rm9yZWdyb3VuZElzQWN0aXZlIjpmYWxzZSwiSG9yaXpvbnRhbEFsaWdubWVudCI6MCwiVmVydGljYWxBbGlnbm1lbnQiOjAsIlNtYXJ0Rm9yZWdyb3VuZCI6bnVsbCwiTWFyZ2luIjp7IiRyZWYiOiIxMTgifSwiUGFkZGluZyI6eyIkcmVmIjoiMTE5In0sIkJhY2tncm91bmQiOnsiJHJlZiI6IjEyMCJ9LCJJc1Zpc2libGUiOmZhbHNlLCJXaWR0aCI6MC4wLCJIZWlnaHQiOjAuMCwiQm9yZGVyU3R5bGUiOnsiJGlkIjoiMzkwIiwiTGluZUNvbG9yIjpudWxsLCJMaW5lV2VpZ2h0IjowLjAsIkxpbmVUeXBlIjowLCJQYXJlbnRTdHlsZSI6bnVsbH0sIlBhcmVudFN0eWxlIjp7IiRyZWYiOiIxMTQifX0sIkRhdGVGb3JtYXQiOnsiJGlkIjoiMzkxIiwiRm9ybWF0U3RyaW5nIjoiTS9kIiwiU2VwYXJhdG9yIjoiLyIsIlVzZUludGVybmF0aW9uYWxEYXRlRm9ybWF0IjpmYWxzZX0sIklzVmlzaWJsZSI6dHJ1ZSwiUGFyZW50U3R5bGUiOnsiJHJlZiI6IjgwIn19LCJJbmRleCI6NiwiSWQiOiI1N2Y1NDI5OS01MmQxLTRiZjQtOTEwMi1hNWE1ZmFmMzBlMWEiLCJJbXBvcnRJZCI6bnVsbCwiVGl0bGUiOiJQaGFzZSAyIiwiTm90ZSI6bnVsbCwiSHlwZXJsaW5rIjpudWxsLCJJc0NoYW5nZWQiOmZhbHNlLCJJc05ldyI6dHJ1ZX0seyIkaWQiOiIzOTIiLCJHcm91cE5hbWUiOm51bGwsIlN0YXJ0RGF0ZSI6IjIwMTctMDktMThUMDA6MDA6MDBaIiwiRW5kRGF0ZSI6IjIwMTctMDktMjNUMjM6NTk6NTkuOTk5WiIsIlBlcmNlbnRhZ2VDb21wbGV0ZSI6bnVsbCwiU3R5bGUiOnsiJGlkIjoiMzkzIiwiU2hhcGUiOjQsIlNoYXBlVGhpY2tuZXNzIjowLCJEdXJhdGlvbkZvcm1hdCI6MCwiSW5jbHVkZU5vbldvcmtpbmdEYXlzSW5EdXJhdGlvbiI6ZmFsc2UsIlBlcmNlbnRhZ2VDb21wbGV0ZVN0eWxlIjp7IiRpZCI6IjM5NCIsIkZvbnRTZXR0aW5ncyI6eyIkaWQiOiIzOTUiLCJGb250U2l6ZSI6MTAsIkZvbnROYW1lIjoiQ2FsaWJyaSIsIklzQm9sZCI6ZmFsc2UsIklzSXRhbGljIjpmYWxzZSwiSXNVbmRlcmxpbmVkIjpmYWxzZSwiUGFyZW50U3R5bGUiOnsiJHJlZiI6IjgyIn19LCJBdXRvU2l6ZSI6MCwiRm9yZWdyb3VuZCI6eyIkcmVmIjoiODMifSwiTWF4V2lkdGgiOjIwMC4wLCJNYXhIZWlnaHQiOiJJbmZpbml0eSIsIlNtYXJ0Rm9yZWdyb3VuZElzQWN0aXZlIjpmYWxzZSwiSG9yaXpvbnRhbEFsaWdubWVudCI6MCwiVmVydGljYWxBbGlnbm1lbnQiOjAsIlNtYXJ0Rm9yZWdyb3VuZCI6bnVsbCwiTWFyZ2luIjp7IiRyZWYiOiI4NSJ9LCJQYWRkaW5nIjp7IiRyZWYiOiI4NiJ9LCJCYWNrZ3JvdW5kIjp7IiRyZWYiOiI4NyJ9LCJJc1Zpc2libGUiOnRydWUsIldpZHRoIjowLjAsIkhlaWdodCI6MC4wLCJCb3JkZXJTdHlsZSI6eyIkaWQiOiIzOTYiLCJMaW5lQ29sb3IiOm51bGwsIkxpbmVXZWlnaHQiOjAuMCwiTGluZVR5cGUiOjAsIlBhcmVudFN0eWxlIjpudWxsfSwiUGFyZW50U3R5bGUiOnsiJHJlZiI6IjgxIn19LCJEdXJhdGlvblN0eWxlIjp7IiRpZCI6IjM5NyIsIkZvbnRTZXR0aW5ncyI6eyIkaWQiOiIzOTgiLCJGb250U2l6ZSI6MTAsIkZvbnROYW1lIjoiQ2FsaWJyaSIsIklzQm9sZCI6ZmFsc2UsIklzSXRhbGljIjpmYWxzZSwiSXNVbmRlcmxpbmVkIjpmYWxzZSwiUGFyZW50U3R5bGUiOnsiJHJlZiI6Ijg5In19LCJBdXRvU2l6ZSI6MCwiRm9yZWdyb3VuZCI6eyIkaWQiOiIzOTkiLCJDb2xvciI6eyIkaWQiOiI0MDAiLCJBIjoyNTUsIlIiOjI1NSwiRyI6MjU1LCJCIjoyNTV9fSwiTWF4V2lkdGgiOjIwMC4wLCJNYXhIZWlnaHQiOiJJbmZpbml0eSIsIlNtYXJ0Rm9yZWdyb3VuZElzQWN0aXZlIjpmYWxzZSwiSG9yaXpvbnRhbEFsaWdubWVudCI6MCwiVmVydGljYWxBbGlnbm1lbnQiOjAsIlNtYXJ0Rm9yZWdyb3VuZCI6bnVsbCwiTWFyZ2luIjp7IiRyZWYiOiI5MiJ9LCJQYWRkaW5nIjp7IiRyZWYiOiI5MyJ9LCJCYWNrZ3JvdW5kIjp7IiRyZWYiOiI5NCJ9LCJJc1Zpc2libGUiOnRydWUsIldpZHRoIjowLjAsIkhlaWdodCI6MC4wLCJCb3JkZXJTdHlsZSI6eyIkaWQiOiI0MDEiLCJMaW5lQ29sb3IiOm51bGwsIkxpbmVXZWlnaHQiOjAuMCwiTGluZVR5cGUiOjAsIlBhcmVudFN0eWxlIjpudWxsfSwiUGFyZW50U3R5bGUiOnsiJHJlZiI6Ijg4In19LCJIb3Jpem9udGFsQ29ubmVjdG9yU3R5bGUiOnsiJGlkIjoiNDAyIiwiTGluZUNvbG9yIjp7IiRpZCI6IjQwMyIsIiR0eXBlIjoiTkxSRS5Db21tb24uRG9tLlNvbGlkQ29sb3JCcnVzaCwgTkxSRS5Db21tb24iLCJDb2xvciI6eyIkaWQiOiI0MDQiLCJBIjoyNTUsIlIiOjIzMSwiRyI6MjMwLCJCIjoyMzB9fSwiTGluZVdlaWdodCI6MS4wLCJMaW5lVHlwZSI6MCwiUGFyZW50U3R5bGUiOnsiJHJlZiI6Ijk1In19LCJWZXJ0aWNhbENvbm5lY3RvclN0eWxlIjp7IiRpZCI6IjQwNSIsIkxpbmVDb2xvciI6eyIkcmVmIjoiOTkifSwiTGluZVdlaWdodCI6MC4wLCJMaW5lVHlwZSI6MCwiUGFyZW50U3R5bGUiOnsiJHJlZiI6Ijk4In19LCJNYXJnaW4iOm51bGwsIlN0YXJ0RGF0ZVBvc2l0aW9uIjo2LCJFbmREYXRlUG9zaXRpb24iOjYsIlRpdGxlUG9zaXRpb24iOjUsIkR1cmF0aW9uUG9zaXRpb24iOjIsIlBlcmNlbnRhZ2VDb21wbGV0ZWRQb3NpdGlvbiI6NiwiU3BhY2luZyI6MiwiSXNCZWxvd1RpbWViYW5kIjp0cnVlLCJQZXJjZW50YWdlQ29tcGxldGVTaGFwZU9wYWNpdHkiOjM1LCJTaGFwZVN0eWxlIjp7IiRpZCI6IjQwNiIsIk1hcmdpbiI6eyIkcmVmIjoiMTAyIn0sIlBhZGRpbmciOnsiJHJlZiI6IjEwMyJ9LCJCYWNrZ3JvdW5kIjp7IiRpZCI6IjQwNyIsIkNvbG9yIjp7IiRpZCI6IjQwOCIsIkEiOjI1NSwiUiI6MzgsIkciOjEzMSwiQiI6MTk4fX0sIklzVmlzaWJsZSI6dHJ1ZSwiV2lkdGgiOjAuMCwiSGVpZ2h0IjoxMC4wLCJCb3JkZXJTdHlsZSI6eyIkaWQiOiI0MDkiLCJMaW5lQ29sb3IiOnsiJGlkIjoiNDEwIiwiJHR5cGUiOiJOTFJFLkNvbW1vbi5Eb20uU29saWRDb2xvckJydXNoLCBOTFJFLkNvbW1vbiIsIkNvbG9yIjp7IiRpZCI6IjQxMSIsIkEiOjI1NSwiUiI6MjU1LCJHIjowLCJCIjowfX0sIkxpbmVXZWlnaHQiOjAuMCwiTGluZVR5cGUiOjAsIlBhcmVudFN0eWxlIjpudWxsfSwiUGFyZW50U3R5bGUiOnsiJHJlZiI6IjEwMSJ9fSwiVGl0bGVTdHlsZSI6eyIkaWQiOiI0MTIiLCJGb250U2V0dGluZ3MiOnsiJGlkIjoiNDEzIiwiRm9udFNpemUiOjExLCJGb250TmFtZSI6IkNhbGlicmkiLCJJc0JvbGQiOmZhbHNlLCJJc0l0YWxpYyI6ZmFsc2UsIklzVW5kZXJsaW5lZCI6ZmFsc2UsIlBhcmVudFN0eWxlIjp7IiRyZWYiOiIxMDgifX0sIkF1dG9TaXplIjowLCJGb3JlZ3JvdW5kIjp7IiRpZCI6IjQxNCIsIkNvbG9yIjp7IiRpZCI6IjQxNSIsIkEiOjI1NSwiUiI6MCwiRyI6MTEyLCJCIjoxOTJ9fSwiTWF4V2lkdGgiOjQ3LjgzNzcxNTE0ODkyNTc4MSwiTWF4SGVpZ2h0IjoiSW5maW5pdHkiLCJTbWFydEZvcmVncm91bmRJc0FjdGl2ZSI6ZmFsc2UsIkhvcml6b250YWxBbGlnbm1lbnQiOjAsIlZlcnRpY2FsQWxpZ25tZW50IjowLCJTbWFydEZvcmVncm91bmQiOm51bGwsIk1hcmdpbiI6eyIkcmVmIjoiMTExIn0sIlBhZGRpbmciOnsiJHJlZiI6IjExMiJ9LCJCYWNrZ3JvdW5kIjp7IiRyZWYiOiIxMTMifSwiSXNWaXNpYmxlIjp0cnVlLCJXaWR0aCI6MC4wLCJIZWlnaHQiOjAuMCwiQm9yZGVyU3R5bGUiOnsiJGlkIjoiNDE2IiwiTGluZUNvbG9yIjpudWxsLCJMaW5lV2VpZ2h0IjowLjAsIkxpbmVUeXBlIjowLCJQYXJlbnRTdHlsZSI6bnVsbH0sIlBhcmVudFN0eWxlIjp7IiRyZWYiOiIxMDcifX0sIkRhdGVTdHlsZSI6eyIkaWQiOiI0MTciLCJGb250U2V0dGluZ3MiOnsiJGlkIjoiNDE4IiwiRm9udFNpemUiOjEwLCJGb250TmFtZSI6IkNhbGlicmkiLCJJc0JvbGQiOmZhbHNlLCJJc0l0YWxpYyI6ZmFsc2UsIklzVW5kZXJsaW5lZCI6ZmFsc2UsIlBhcmVudFN0eWxlIjp7IiRyZWYiOiIxMTUifX0sIkF1dG9TaXplIjowLCJGb3JlZ3JvdW5kIjp7IiRpZCI6IjQxOSIsIkNvbG9yIjp7IiRpZCI6IjQyMCIsIkEiOjI1NSwiUiI6NjgsIkciOjg0LCJCIjoxMDZ9fSwiTWF4V2lkdGgiOjIwMC4wLCJNYXhIZWlnaHQiOiJJbmZpbml0eSIsIlNtYXJ0Rm9yZWdyb3VuZElzQWN0aXZlIjpmYWxzZSwiSG9yaXpvbnRhbEFsaWdubWVudCI6MCwiVmVydGljYWxBbGlnbm1lbnQiOjAsIlNtYXJ0Rm9yZWdyb3VuZCI6bnVsbCwiTWFyZ2luIjp7IiRyZWYiOiIxMTgifSwiUGFkZGluZyI6eyIkcmVmIjoiMTE5In0sIkJhY2tncm91bmQiOnsiJHJlZiI6IjEyMCJ9LCJJc1Zpc2libGUiOmZhbHNlLCJXaWR0aCI6MC4wLCJIZWlnaHQiOjAuMCwiQm9yZGVyU3R5bGUiOnsiJGlkIjoiNDIxIiwiTGluZUNvbG9yIjpudWxsLCJMaW5lV2VpZ2h0IjowLjAsIkxpbmVUeXBlIjowLCJQYXJlbnRTdHlsZSI6bnVsbH0sIlBhcmVudFN0eWxlIjp7IiRyZWYiOiIxMTQifX0sIkRhdGVGb3JtYXQiOnsiJGlkIjoiNDIyIiwiRm9ybWF0U3RyaW5nIjoiTS9kIiwiU2VwYXJhdG9yIjoiLyIsIlVzZUludGVybmF0aW9uYWxEYXRlRm9ybWF0IjpmYWxzZX0sIklzVmlzaWJsZSI6dHJ1ZSwiUGFyZW50U3R5bGUiOnsiJHJlZiI6IjgwIn19LCJJbmRleCI6NywiSWQiOiJiMGNlMzQ1Zi01ZTJlLTQyMmYtOTE1NC1iMzVkNGMxZDYxZDEiLCJJbXBvcnRJZCI6bnVsbCwiVGl0bGUiOiJTdWItdGFzayAxIiwiTm90ZSI6bnVsbCwiSHlwZXJsaW5rIjpudWxsLCJJc0NoYW5nZWQiOmZhbHNlLCJJc05ldyI6dHJ1ZX0seyIkaWQiOiI0MjMiLCJHcm91cE5hbWUiOm51bGwsIlN0YXJ0RGF0ZSI6IjIwMTctMDktMjRUMDA6MDA6MDBaIiwiRW5kRGF0ZSI6IjIwMTctMDktMjZUMjM6NTk6NTkuOTk5WiIsIlBlcmNlbnRhZ2VDb21wbGV0ZSI6bnVsbCwiU3R5bGUiOnsiJGlkIjoiNDI0IiwiU2hhcGUiOjMsIlNoYXBlVGhpY2tuZXNzIjowLCJEdXJhdGlvbkZvcm1hdCI6MCwiSW5jbHVkZU5vbldvcmtpbmdEYXlzSW5EdXJhdGlvbiI6ZmFsc2UsIlBlcmNlbnRhZ2VDb21wbGV0ZVN0eWxlIjp7IiRpZCI6IjQyNSIsIkZvbnRTZXR0aW5ncyI6eyIkaWQiOiI0MjYiLCJGb250U2l6ZSI6MTAsIkZvbnROYW1lIjoiQ2FsaWJyaSIsIklzQm9sZCI6ZmFsc2UsIklzSXRhbGljIjpmYWxzZSwiSXNVbmRlcmxpbmVkIjpmYWxzZSwiUGFyZW50U3R5bGUiOnsiJHJlZiI6IjgyIn19LCJBdXRvU2l6ZSI6MCwiRm9yZWdyb3VuZCI6eyIkcmVmIjoiODMifSwiTWF4V2lkdGgiOjIwMC4wLCJNYXhIZWlnaHQiOiJJbmZpbml0eSIsIlNtYXJ0Rm9yZWdyb3VuZElzQWN0aXZlIjpmYWxzZSwiSG9yaXpvbnRhbEFsaWdubWVudCI6MCwiVmVydGljYWxBbGlnbm1lbnQiOjAsIlNtYXJ0Rm9yZWdyb3VuZCI6bnVsbCwiTWFyZ2luIjp7IiRyZWYiOiI4NSJ9LCJQYWRkaW5nIjp7IiRyZWYiOiI4NiJ9LCJCYWNrZ3JvdW5kIjp7IiRyZWYiOiI4NyJ9LCJJc1Zpc2libGUiOnRydWUsIldpZHRoIjowLjAsIkhlaWdodCI6MC4wLCJCb3JkZXJTdHlsZSI6eyIkaWQiOiI0MjciLCJMaW5lQ29sb3IiOm51bGwsIkxpbmVXZWlnaHQiOjAuMCwiTGluZVR5cGUiOjAsIlBhcmVudFN0eWxlIjpudWxsfSwiUGFyZW50U3R5bGUiOnsiJHJlZiI6IjgxIn19LCJEdXJhdGlvblN0eWxlIjp7IiRpZCI6IjQyOCIsIkZvbnRTZXR0aW5ncyI6eyIkaWQiOiI0MjkiLCJGb250U2l6ZSI6MTAsIkZvbnROYW1lIjoiQ2FsaWJyaSIsIklzQm9sZCI6ZmFsc2UsIklzSXRhbGljIjpmYWxzZSwiSXNVbmRlcmxpbmVkIjpmYWxzZSwiUGFyZW50U3R5bGUiOnsiJHJlZiI6Ijg5In19LCJBdXRvU2l6ZSI6MCwiRm9yZWdyb3VuZCI6eyIkaWQiOiI0MzAiLCJDb2xvciI6eyIkaWQiOiI0MzEiLCJBIjoyNTUsIlIiOjI1NSwiRyI6MjU1LCJCIjoyNTV9fSwiTWF4V2lkdGgiOjIwMC4wLCJNYXhIZWlnaHQiOiJJbmZpbml0eSIsIlNtYXJ0Rm9yZWdyb3VuZElzQWN0aXZlIjpmYWxzZSwiSG9yaXpvbnRhbEFsaWdubWVudCI6MCwiVmVydGljYWxBbGlnbm1lbnQiOjAsIlNtYXJ0Rm9yZWdyb3VuZCI6bnVsbCwiTWFyZ2luIjp7IiRyZWYiOiI5MiJ9LCJQYWRkaW5nIjp7IiRyZWYiOiI5MyJ9LCJCYWNrZ3JvdW5kIjp7IiRyZWYiOiI5NCJ9LCJJc1Zpc2libGUiOnRydWUsIldpZHRoIjowLjAsIkhlaWdodCI6MC4wLCJCb3JkZXJTdHlsZSI6eyIkaWQiOiI0MzIiLCJMaW5lQ29sb3IiOm51bGwsIkxpbmVXZWlnaHQiOjAuMCwiTGluZVR5cGUiOjAsIlBhcmVudFN0eWxlIjpudWxsfSwiUGFyZW50U3R5bGUiOnsiJHJlZiI6Ijg4In19LCJIb3Jpem9udGFsQ29ubmVjdG9yU3R5bGUiOnsiJGlkIjoiNDMzIiwiTGluZUNvbG9yIjp7IiRpZCI6IjQzNCIsIiR0eXBlIjoiTkxSRS5Db21tb24uRG9tLlNvbGlkQ29sb3JCcnVzaCwgTkxSRS5Db21tb24iLCJDb2xvciI6eyIkaWQiOiI0MzUiLCJBIjoyNTUsIlIiOjIzMSwiRyI6MjMwLCJCIjoyMzB9fSwiTGluZVdlaWdodCI6MS4wLCJMaW5lVHlwZSI6MCwiUGFyZW50U3R5bGUiOnsiJHJlZiI6Ijk1In19LCJWZXJ0aWNhbENvbm5lY3RvclN0eWxlIjp7IiRpZCI6IjQzNiIsIkxpbmVDb2xvciI6eyIkcmVmIjoiOTkifSwiTGluZVdlaWdodCI6MC4wLCJMaW5lVHlwZSI6MCwiUGFyZW50U3R5bGUiOnsiJHJlZiI6Ijk4In19LCJNYXJnaW4iOm51bGwsIlN0YXJ0RGF0ZVBvc2l0aW9uIjo2LCJFbmREYXRlUG9zaXRpb24iOjYsIlRpdGxlUG9zaXRpb24iOjUsIkR1cmF0aW9uUG9zaXRpb24iOjIsIlBlcmNlbnRhZ2VDb21wbGV0ZWRQb3NpdGlvbiI6NiwiU3BhY2luZyI6MiwiSXNCZWxvd1RpbWViYW5kIjp0cnVlLCJQZXJjZW50YWdlQ29tcGxldGVTaGFwZU9wYWNpdHkiOjM1LCJTaGFwZVN0eWxlIjp7IiRpZCI6IjQzNyIsIk1hcmdpbiI6eyIkcmVmIjoiMTAyIn0sIlBhZGRpbmciOnsiJGlkIjoiNDM4IiwiVG9wIjowLCJMZWZ0IjowLCJSaWdodCI6MiwiQm90dG9tIjowfSwiQmFja2dyb3VuZCI6eyIkaWQiOiI0MzkiLCJDb2xvciI6eyIkaWQiOiI0NDAiLCJBIjoyNTUsIlIiOjM4LCJHIjoxMzEsIkIiOjE5OH19LCJJc1Zpc2libGUiOnRydWUsIldpZHRoIjowLjAsIkhlaWdodCI6MTAuMCwiQm9yZGVyU3R5bGUiOnsiJGlkIjoiNDQxIiwiTGluZUNvbG9yIjp7IiRpZCI6IjQ0MiIsIiR0eXBlIjoiTkxSRS5Db21tb24uRG9tLlNvbGlkQ29sb3JCcnVzaCwgTkxSRS5Db21tb24iLCJDb2xvciI6eyIkaWQiOiI0NDMiLCJBIjoyNTUsIlIiOjI1NSwiRyI6MCwiQiI6MH19LCJMaW5lV2VpZ2h0IjowLjAsIkxpbmVUeXBlIjowLCJQYXJlbnRTdHlsZSI6bnVsbH0sIlBhcmVudFN0eWxlIjp7IiRyZWYiOiIxMDEifX0sIlRpdGxlU3R5bGUiOnsiJGlkIjoiNDQ0IiwiRm9udFNldHRpbmdzIjp7IiRpZCI6IjQ0NSIsIkZvbnRTaXplIjoxMSwiRm9udE5hbWUiOiJDYWxpYnJpIiwiSXNCb2xkIjpmYWxzZSwiSXNJdGFsaWMiOmZhbHNlLCJJc1VuZGVybGluZWQiOmZhbHNlLCJQYXJlbnRTdHlsZSI6eyIkcmVmIjoiMTA4In19LCJBdXRvU2l6ZSI6MCwiRm9yZWdyb3VuZCI6eyIkaWQiOiI0NDYiLCJDb2xvciI6eyIkaWQiOiI0NDciLCJBIjoyNTUsIlIiOjAsIkciOjExMiwiQiI6MTkyfX0sIk1heFdpZHRoIjo0Ny44Mzc3MTUxNDg5MjU3ODEsIk1heEhlaWdodCI6IkluZmluaXR5IiwiU21hcnRGb3JlZ3JvdW5kSXNBY3RpdmUiOmZhbHNlLCJIb3Jpem9udGFsQWxpZ25tZW50IjowLCJWZXJ0aWNhbEFsaWdubWVudCI6MCwiU21hcnRGb3JlZ3JvdW5kIjpudWxsLCJNYXJnaW4iOnsiJHJlZiI6IjExMSJ9LCJQYWRkaW5nIjp7IiRyZWYiOiIxMTIifSwiQmFja2dyb3VuZCI6eyIkcmVmIjoiMTEzIn0sIklzVmlzaWJsZSI6dHJ1ZSwiV2lkdGgiOjAuMCwiSGVpZ2h0IjowLjAsIkJvcmRlclN0eWxlIjp7IiRpZCI6IjQ0OCIsIkxpbmVDb2xvciI6bnVsbCwiTGluZVdlaWdodCI6MC4wLCJMaW5lVHlwZSI6MCwiUGFyZW50U3R5bGUiOm51bGx9LCJQYXJlbnRTdHlsZSI6eyIkcmVmIjoiMTA3In19LCJEYXRlU3R5bGUiOnsiJGlkIjoiNDQ5IiwiRm9udFNldHRpbmdzIjp7IiRpZCI6IjQ1MCIsIkZvbnRTaXplIjoxMCwiRm9udE5hbWUiOiJDYWxpYnJpIiwiSXNCb2xkIjpmYWxzZSwiSXNJdGFsaWMiOmZhbHNlLCJJc1VuZGVybGluZWQiOmZhbHNlLCJQYXJlbnRTdHlsZSI6eyIkcmVmIjoiMTE1In19LCJBdXRvU2l6ZSI6MCwiRm9yZWdyb3VuZCI6eyIkaWQiOiI0NTEiLCJDb2xvciI6eyIkaWQiOiI0NTIiLCJBIjoyNTUsIlIiOjY4LCJHIjo4NCwiQiI6MTA2fX0sIk1heFdpZHRoIjoyMDAuMCwiTWF4SGVpZ2h0IjoiSW5maW5pdHkiLCJTbWFydEZvcmVncm91bmRJc0FjdGl2ZSI6ZmFsc2UsIkhvcml6b250YWxBbGlnbm1lbnQiOjAsIlZlcnRpY2FsQWxpZ25tZW50IjowLCJTbWFydEZvcmVncm91bmQiOm51bGwsIk1hcmdpbiI6eyIkcmVmIjoiMTE4In0sIlBhZGRpbmciOnsiJHJlZiI6IjExOSJ9LCJCYWNrZ3JvdW5kIjp7IiRyZWYiOiIxMjAifSwiSXNWaXNpYmxlIjpmYWxzZSwiV2lkdGgiOjAuMCwiSGVpZ2h0IjowLjAsIkJvcmRlclN0eWxlIjp7IiRpZCI6IjQ1MyIsIkxpbmVDb2xvciI6bnVsbCwiTGluZVdlaWdodCI6MC4wLCJMaW5lVHlwZSI6MCwiUGFyZW50U3R5bGUiOm51bGx9LCJQYXJlbnRTdHlsZSI6eyIkcmVmIjoiMTE0In19LCJEYXRlRm9ybWF0Ijp7IiRpZCI6IjQ1NCIsIkZvcm1hdFN0cmluZyI6Ik0vZCIsIlNlcGFyYXRvciI6Ii8iLCJVc2VJbnRlcm5hdGlvbmFsRGF0ZUZvcm1hdCI6ZmFsc2V9LCJJc1Zpc2libGUiOnRydWUsIlBhcmVudFN0eWxlIjp7IiRyZWYiOiI4MCJ9fSwiSW5kZXgiOjgsIklkIjoiZDQ4MDYwMGQtZWQ0MC00MmM0LThlZTUtZTgwZTViNzFhMzM2IiwiSW1wb3J0SWQiOm51bGwsIlRpdGxlIjoiU3ViLXRhc2sgMiIsIk5vdGUiOm51bGwsIkh5cGVybGluayI6bnVsbCwiSXNDaGFuZ2VkIjpmYWxzZSwiSXNOZXciOnRydWV9LHsiJGlkIjoiNDU1IiwiR3JvdXBOYW1lIjpudWxsLCJTdGFydERhdGUiOiIyMDE3LTA5LTI3VDAwOjAwOjAwWiIsIkVuZERhdGUiOiIyMDE3LTEwLTAzVDIzOjU5OjU5Ljk5OVoiLCJQZXJjZW50YWdlQ29tcGxldGUiOm51bGwsIlN0eWxlIjp7IiRpZCI6IjQ1NiIsIlNoYXBlIjo0LCJTaGFwZVRoaWNrbmVzcyI6MCwiRHVyYXRpb25Gb3JtYXQiOjAsIkluY2x1ZGVOb25Xb3JraW5nRGF5c0luRHVyYXRpb24iOmZhbHNlLCJQZXJjZW50YWdlQ29tcGxldGVTdHlsZSI6eyIkaWQiOiI0NTciLCJGb250U2V0dGluZ3MiOnsiJGlkIjoiNDU4IiwiRm9udFNpemUiOjEwLCJGb250TmFtZSI6IkNhbGlicmkiLCJJc0JvbGQiOmZhbHNlLCJJc0l0YWxpYyI6ZmFsc2UsIklzVW5kZXJsaW5lZCI6ZmFsc2UsIlBhcmVudFN0eWxlIjp7IiRyZWYiOiI4MiJ9fSwiQXV0b1NpemUiOjAsIkZvcmVncm91bmQiOnsiJHJlZiI6IjgzIn0sIk1heFdpZHRoIjoyMDAuMCwiTWF4SGVpZ2h0IjoiSW5maW5pdHkiLCJTbWFydEZvcmVncm91bmRJc0FjdGl2ZSI6ZmFsc2UsIkhvcml6b250YWxBbGlnbm1lbnQiOjAsIlZlcnRpY2FsQWxpZ25tZW50IjowLCJTbWFydEZvcmVncm91bmQiOm51bGwsIk1hcmdpbiI6eyIkcmVmIjoiODUifSwiUGFkZGluZyI6eyIkcmVmIjoiODYifSwiQmFja2dyb3VuZCI6eyIkcmVmIjoiODcifSwiSXNWaXNpYmxlIjp0cnVlLCJXaWR0aCI6MC4wLCJIZWlnaHQiOjAuMCwiQm9yZGVyU3R5bGUiOnsiJGlkIjoiNDU5IiwiTGluZUNvbG9yIjpudWxsLCJMaW5lV2VpZ2h0IjowLjAsIkxpbmVUeXBlIjowLCJQYXJlbnRTdHlsZSI6bnVsbH0sIlBhcmVudFN0eWxlIjp7IiRyZWYiOiI4MSJ9fSwiRHVyYXRpb25TdHlsZSI6eyIkaWQiOiI0NjAiLCJGb250U2V0dGluZ3MiOnsiJGlkIjoiNDYxIiwiRm9udFNpemUiOjEwLCJGb250TmFtZSI6IkNhbGlicmkiLCJJc0JvbGQiOmZhbHNlLCJJc0l0YWxpYyI6ZmFsc2UsIklzVW5kZXJsaW5lZCI6ZmFsc2UsIlBhcmVudFN0eWxlIjp7IiRyZWYiOiI4OSJ9fSwiQXV0b1NpemUiOjAsIkZvcmVncm91bmQiOnsiJGlkIjoiNDYyIiwiQ29sb3IiOnsiJGlkIjoiNDYzIiwiQSI6MjU1LCJSIjoyNTUsIkciOjI1NSwiQiI6MjU1fX0sIk1heFdpZHRoIjoyMDAuMCwiTWF4SGVpZ2h0IjoiSW5maW5pdHkiLCJTbWFydEZvcmVncm91bmRJc0FjdGl2ZSI6ZmFsc2UsIkhvcml6b250YWxBbGlnbm1lbnQiOjAsIlZlcnRpY2FsQWxpZ25tZW50IjowLCJTbWFydEZvcmVncm91bmQiOm51bGwsIk1hcmdpbiI6eyIkcmVmIjoiOTIifSwiUGFkZGluZyI6eyIkcmVmIjoiOTMifSwiQmFja2dyb3VuZCI6eyIkcmVmIjoiOTQifSwiSXNWaXNpYmxlIjp0cnVlLCJXaWR0aCI6MC4wLCJIZWlnaHQiOjAuMCwiQm9yZGVyU3R5bGUiOnsiJGlkIjoiNDY0IiwiTGluZUNvbG9yIjpudWxsLCJMaW5lV2VpZ2h0IjowLjAsIkxpbmVUeXBlIjowLCJQYXJlbnRTdHlsZSI6bnVsbH0sIlBhcmVudFN0eWxlIjp7IiRyZWYiOiI4OCJ9fSwiSG9yaXpvbnRhbENvbm5lY3RvclN0eWxlIjp7IiRpZCI6IjQ2NSIsIkxpbmVDb2xvciI6eyIkaWQiOiI0NjYiLCIkdHlwZSI6Ik5MUkUuQ29tbW9uLkRvbS5Tb2xpZENvbG9yQnJ1c2gsIE5MUkUuQ29tbW9uIiwiQ29sb3IiOnsiJGlkIjoiNDY3IiwiQSI6MjU1LCJSIjoyMzEsIkciOjIzMCwiQiI6MjMwfX0sIkxpbmVXZWlnaHQiOjEuMCwiTGluZVR5cGUiOjAsIlBhcmVudFN0eWxlIjp7IiRyZWYiOiI5NSJ9fSwiVmVydGljYWxDb25uZWN0b3JTdHlsZSI6eyIkaWQiOiI0NjgiLCJMaW5lQ29sb3IiOnsiJHJlZiI6Ijk5In0sIkxpbmVXZWlnaHQiOjAuMCwiTGluZVR5cGUiOjAsIlBhcmVudFN0eWxlIjp7IiRyZWYiOiI5OCJ9fSwiTWFyZ2luIjpudWxsLCJTdGFydERhdGVQb3NpdGlvbiI6NiwiRW5kRGF0ZVBvc2l0aW9uIjo2LCJUaXRsZVBvc2l0aW9uIjo1LCJEdXJhdGlvblBvc2l0aW9uIjoyLCJQZXJjZW50YWdlQ29tcGxldGVkUG9zaXRpb24iOjYsIlNwYWNpbmciOjIsIklzQmVsb3dUaW1lYmFuZCI6dHJ1ZSwiUGVyY2VudGFnZUNvbXBsZXRlU2hhcGVPcGFjaXR5IjozNSwiU2hhcGVTdHlsZSI6eyIkaWQiOiI0NjkiLCJNYXJnaW4iOnsiJHJlZiI6IjEwMiJ9LCJQYWRkaW5nIjp7IiRyZWYiOiIxMDMifSwiQmFja2dyb3VuZCI6eyIkaWQiOiI0NzAiLCJDb2xvciI6eyIkaWQiOiI0NzEiLCJBIjoyNTUsIlIiOjM4LCJHIjoxMzEsIkIiOjE5OH19LCJJc1Zpc2libGUiOnRydWUsIldpZHRoIjowLjAsIkhlaWdodCI6MTAuMCwiQm9yZGVyU3R5bGUiOnsiJGlkIjoiNDcyIiwiTGluZUNvbG9yIjp7IiRpZCI6IjQ3MyIsIiR0eXBlIjoiTkxSRS5Db21tb24uRG9tLlNvbGlkQ29sb3JCcnVzaCwgTkxSRS5Db21tb24iLCJDb2xvciI6eyIkaWQiOiI0NzQiLCJBIjoyNTUsIlIiOjI1NSwiRyI6MCwiQiI6MH19LCJMaW5lV2VpZ2h0IjowLjAsIkxpbmVUeXBlIjowLCJQYXJlbnRTdHlsZSI6bnVsbH0sIlBhcmVudFN0eWxlIjp7IiRyZWYiOiIxMDEifX0sIlRpdGxlU3R5bGUiOnsiJGlkIjoiNDc1IiwiRm9udFNldHRpbmdzIjp7IiRpZCI6IjQ3NiIsIkZvbnRTaXplIjoxMSwiRm9udE5hbWUiOiJDYWxpYnJpIiwiSXNCb2xkIjpmYWxzZSwiSXNJdGFsaWMiOmZhbHNlLCJJc1VuZGVybGluZWQiOmZhbHNlLCJQYXJlbnRTdHlsZSI6eyIkcmVmIjoiMTA4In19LCJBdXRvU2l6ZSI6MCwiRm9yZWdyb3VuZCI6eyIkaWQiOiI0NzciLCJDb2xvciI6eyIkaWQiOiI0NzgiLCJBIjoyNTUsIlIiOjAsIkciOjExMiwiQiI6MTkyfX0sIk1heFdpZHRoIjo2Ni4zOTIxMjc5OTA3MjI2NTYsIk1heEhlaWdodCI6IkluZmluaXR5IiwiU21hcnRGb3JlZ3JvdW5kSXNBY3RpdmUiOmZhbHNlLCJIb3Jpem9udGFsQWxpZ25tZW50IjowLCJWZXJ0aWNhbEFsaWdubWVudCI6MCwiU21hcnRGb3JlZ3JvdW5kIjpudWxsLCJNYXJnaW4iOnsiJHJlZiI6IjExMSJ9LCJQYWRkaW5nIjp7IiRyZWYiOiIxMTIifSwiQmFja2dyb3VuZCI6eyIkcmVmIjoiMTEzIn0sIklzVmlzaWJsZSI6dHJ1ZSwiV2lkdGgiOjAuMCwiSGVpZ2h0IjowLjAsIkJvcmRlclN0eWxlIjp7IiRpZCI6IjQ3OSIsIkxpbmVDb2xvciI6bnVsbCwiTGluZVdlaWdodCI6MC4wLCJMaW5lVHlwZSI6MCwiUGFyZW50U3R5bGUiOm51bGx9LCJQYXJlbnRTdHlsZSI6eyIkcmVmIjoiMTA3In19LCJEYXRlU3R5bGUiOnsiJGlkIjoiNDgwIiwiRm9udFNldHRpbmdzIjp7IiRpZCI6IjQ4MSIsIkZvbnRTaXplIjoxMCwiRm9udE5hbWUiOiJDYWxpYnJpIiwiSXNCb2xkIjpmYWxzZSwiSXNJdGFsaWMiOmZhbHNlLCJJc1VuZGVybGluZWQiOmZhbHNlLCJQYXJlbnRTdHlsZSI6eyIkcmVmIjoiMTE1In19LCJBdXRvU2l6ZSI6MCwiRm9yZWdyb3VuZCI6eyIkaWQiOiI0ODIiLCJDb2xvciI6eyIkaWQiOiI0ODMiLCJBIjoyNTUsIlIiOjY4LCJHIjo4NCwiQiI6MTA2fX0sIk1heFdpZHRoIjoyMDAuMCwiTWF4SGVpZ2h0IjoiSW5maW5pdHkiLCJTbWFydEZvcmVncm91bmRJc0FjdGl2ZSI6ZmFsc2UsIkhvcml6b250YWxBbGlnbm1lbnQiOjAsIlZlcnRpY2FsQWxpZ25tZW50IjowLCJTbWFydEZvcmVncm91bmQiOm51bGwsIk1hcmdpbiI6eyIkcmVmIjoiMTE4In0sIlBhZGRpbmciOnsiJHJlZiI6IjExOSJ9LCJCYWNrZ3JvdW5kIjp7IiRyZWYiOiIxMjAifSwiSXNWaXNpYmxlIjpmYWxzZSwiV2lkdGgiOjAuMCwiSGVpZ2h0IjowLjAsIkJvcmRlclN0eWxlIjp7IiRpZCI6IjQ4NCIsIkxpbmVDb2xvciI6bnVsbCwiTGluZVdlaWdodCI6MC4wLCJMaW5lVHlwZSI6MCwiUGFyZW50U3R5bGUiOm51bGx9LCJQYXJlbnRTdHlsZSI6eyIkcmVmIjoiMTE0In19LCJEYXRlRm9ybWF0Ijp7IiRpZCI6IjQ4NSIsIkZvcm1hdFN0cmluZyI6Ik0vZCIsIlNlcGFyYXRvciI6Ii8iLCJVc2VJbnRlcm5hdGlvbmFsRGF0ZUZvcm1hdCI6ZmFsc2V9LCJJc1Zpc2libGUiOnRydWUsIlBhcmVudFN0eWxlIjp7IiRyZWYiOiI4MCJ9fSwiSW5kZXgiOjksIklkIjoiMmY4ZmE0MDctMzg0NS00OTdjLTk4NTktNjE4NzlmZTAyYmQ5IiwiSW1wb3J0SWQiOm51bGwsIlRpdGxlIjoiU3ViLXRhc2sgMyIsIk5vdGUiOm51bGwsIkh5cGVybGluayI6bnVsbCwiSXNDaGFuZ2VkIjpmYWxzZSwiSXNOZXciOnRydWV9LHsiJGlkIjoiNDg2IiwiR3JvdXBOYW1lIjpudWxsLCJTdGFydERhdGUiOiIyMDE3LTA5LTI3VDAwOjAwOjAwWiIsIkVuZERhdGUiOiIyMDE3LTEwLTAyVDIzOjU5OjU5Ljk5OVoiLCJQZXJjZW50YWdlQ29tcGxldGUiOm51bGwsIlN0eWxlIjp7IiRpZCI6IjQ4NyIsIlNoYXBlIjozLCJTaGFwZVRoaWNrbmVzcyI6MCwiRHVyYXRpb25Gb3JtYXQiOjAsIkluY2x1ZGVOb25Xb3JraW5nRGF5c0luRHVyYXRpb24iOmZhbHNlLCJQZXJjZW50YWdlQ29tcGxldGVTdHlsZSI6eyIkaWQiOiI0ODgiLCJGb250U2V0dGluZ3MiOnsiJGlkIjoiNDg5IiwiRm9udFNpemUiOjEwLCJGb250TmFtZSI6IkNhbGlicmkiLCJJc0JvbGQiOmZhbHNlLCJJc0l0YWxpYyI6ZmFsc2UsIklzVW5kZXJsaW5lZCI6ZmFsc2UsIlBhcmVudFN0eWxlIjp7IiRyZWYiOiI4MiJ9fSwiQXV0b1NpemUiOjAsIkZvcmVncm91bmQiOnsiJHJlZiI6IjgzIn0sIk1heFdpZHRoIjoyMDAuMCwiTWF4SGVpZ2h0IjoiSW5maW5pdHkiLCJTbWFydEZvcmVncm91bmRJc0FjdGl2ZSI6ZmFsc2UsIkhvcml6b250YWxBbGlnbm1lbnQiOjAsIlZlcnRpY2FsQWxpZ25tZW50IjowLCJTbWFydEZvcmVncm91bmQiOm51bGwsIk1hcmdpbiI6eyIkcmVmIjoiODUifSwiUGFkZGluZyI6eyIkcmVmIjoiODYifSwiQmFja2dyb3VuZCI6eyIkcmVmIjoiODcifSwiSXNWaXNpYmxlIjp0cnVlLCJXaWR0aCI6MC4wLCJIZWlnaHQiOjAuMCwiQm9yZGVyU3R5bGUiOnsiJGlkIjoiNDkwIiwiTGluZUNvbG9yIjpudWxsLCJMaW5lV2VpZ2h0IjowLjAsIkxpbmVUeXBlIjowLCJQYXJlbnRTdHlsZSI6bnVsbH0sIlBhcmVudFN0eWxlIjp7IiRyZWYiOiI4MSJ9fSwiRHVyYXRpb25TdHlsZSI6eyIkaWQiOiI0OTEiLCJGb250U2V0dGluZ3MiOnsiJGlkIjoiNDkyIiwiRm9udFNpemUiOjEwLCJGb250TmFtZSI6IkNhbGlicmkiLCJJc0JvbGQiOmZhbHNlLCJJc0l0YWxpYyI6ZmFsc2UsIklzVW5kZXJsaW5lZCI6ZmFsc2UsIlBhcmVudFN0eWxlIjp7IiRyZWYiOiI4OSJ9fSwiQXV0b1NpemUiOjAsIkZvcmVncm91bmQiOnsiJGlkIjoiNDkzIiwiQ29sb3IiOnsiJGlkIjoiNDk0IiwiQSI6MjU1LCJSIjoyNTUsIkciOjI1NSwiQiI6MjU1fX0sIk1heFdpZHRoIjoyMDAuMCwiTWF4SGVpZ2h0IjoiSW5maW5pdHkiLCJTbWFydEZvcmVncm91bmRJc0FjdGl2ZSI6ZmFsc2UsIkhvcml6b250YWxBbGlnbm1lbnQiOjAsIlZlcnRpY2FsQWxpZ25tZW50IjowLCJTbWFydEZvcmVncm91bmQiOm51bGwsIk1hcmdpbiI6eyIkcmVmIjoiOTIifSwiUGFkZGluZyI6eyIkcmVmIjoiOTMifSwiQmFja2dyb3VuZCI6eyIkcmVmIjoiOTQifSwiSXNWaXNpYmxlIjp0cnVlLCJXaWR0aCI6MC4wLCJIZWlnaHQiOjAuMCwiQm9yZGVyU3R5bGUiOnsiJGlkIjoiNDk1IiwiTGluZUNvbG9yIjpudWxsLCJMaW5lV2VpZ2h0IjowLjAsIkxpbmVUeXBlIjowLCJQYXJlbnRTdHlsZSI6bnVsbH0sIlBhcmVudFN0eWxlIjp7IiRyZWYiOiI4OCJ9fSwiSG9yaXpvbnRhbENvbm5lY3RvclN0eWxlIjp7IiRpZCI6IjQ5NiIsIkxpbmVDb2xvciI6eyIkaWQiOiI0OTciLCIkdHlwZSI6Ik5MUkUuQ29tbW9uLkRvbS5Tb2xpZENvbG9yQnJ1c2gsIE5MUkUuQ29tbW9uIiwiQ29sb3IiOnsiJGlkIjoiNDk4IiwiQSI6MjU1LCJSIjoyMzEsIkciOjIzMCwiQiI6MjMwfX0sIkxpbmVXZWlnaHQiOjEuMCwiTGluZVR5cGUiOjAsIlBhcmVudFN0eWxlIjp7IiRyZWYiOiI5NSJ9fSwiVmVydGljYWxDb25uZWN0b3JTdHlsZSI6eyIkaWQiOiI0OTkiLCJMaW5lQ29sb3IiOnsiJHJlZiI6Ijk5In0sIkxpbmVXZWlnaHQiOjAuMCwiTGluZVR5cGUiOjAsIlBhcmVudFN0eWxlIjp7IiRyZWYiOiI5OCJ9fSwiTWFyZ2luIjpudWxsLCJTdGFydERhdGVQb3NpdGlvbiI6NiwiRW5kRGF0ZVBvc2l0aW9uIjo2LCJUaXRsZVBvc2l0aW9uIjo1LCJEdXJhdGlvblBvc2l0aW9uIjoyLCJQZXJjZW50YWdlQ29tcGxldGVkUG9zaXRpb24iOjYsIlNwYWNpbmciOjIsIklzQmVsb3dUaW1lYmFuZCI6dHJ1ZSwiUGVyY2VudGFnZUNvbXBsZXRlU2hhcGVPcGFjaXR5IjozNSwiU2hhcGVTdHlsZSI6eyIkaWQiOiI1MDAiLCJNYXJnaW4iOnsiJHJlZiI6IjEwMiJ9LCJQYWRkaW5nIjp7IiRpZCI6IjUwMSIsIlRvcCI6MCwiTGVmdCI6MCwiUmlnaHQiOjIsIkJvdHRvbSI6MH0sIkJhY2tncm91bmQiOnsiJGlkIjoiNTAyIiwiQ29sb3IiOnsiJGlkIjoiNTAzIiwiQSI6MjU1LCJSIjozOCwiRyI6MTMxLCJCIjoxOTh9fSwiSXNWaXNpYmxlIjp0cnVlLCJXaWR0aCI6MC4wLCJIZWlnaHQiOjEwLjAsIkJvcmRlclN0eWxlIjp7IiRpZCI6IjUwNCIsIkxpbmVDb2xvciI6eyIkaWQiOiI1MDUiLCIkdHlwZSI6Ik5MUkUuQ29tbW9uLkRvbS5Tb2xpZENvbG9yQnJ1c2gsIE5MUkUuQ29tbW9uIiwiQ29sb3IiOnsiJGlkIjoiNTA2IiwiQSI6MjU1LCJSIjoyNTUsIkciOjAsIkIiOjB9fSwiTGluZVdlaWdodCI6MC4wLCJMaW5lVHlwZSI6MCwiUGFyZW50U3R5bGUiOm51bGx9LCJQYXJlbnRTdHlsZSI6eyIkcmVmIjoiMTAxIn19LCJUaXRsZVN0eWxlIjp7IiRpZCI6IjUwNyIsIkZvbnRTZXR0aW5ncyI6eyIkaWQiOiI1MDgiLCJGb250U2l6ZSI6MTEsIkZvbnROYW1lIjoiQ2FsaWJyaSIsIklzQm9sZCI6ZmFsc2UsIklzSXRhbGljIjpmYWxzZSwiSXNVbmRlcmxpbmVkIjpmYWxzZSwiUGFyZW50U3R5bGUiOnsiJHJlZiI6IjEwOCJ9fSwiQXV0b1NpemUiOjAsIkZvcmVncm91bmQiOnsiJGlkIjoiNTA5IiwiQ29sb3IiOnsiJGlkIjoiNTEwIiwiQSI6MjU1LCJSIjowLCJHIjoxMTIsIkIiOjE5Mn19LCJNYXhXaWR0aCI6NjcuNTI4MTA2Njg5NDUzMTI1LCJNYXhIZWlnaHQiOiJJbmZpbml0eSIsIlNtYXJ0Rm9yZWdyb3VuZElzQWN0aXZlIjpmYWxzZSwiSG9yaXpvbnRhbEFsaWdubWVudCI6MCwiVmVydGljYWxBbGlnbm1lbnQiOjAsIlNtYXJ0Rm9yZWdyb3VuZCI6bnVsbCwiTWFyZ2luIjp7IiRyZWYiOiIxMTEifSwiUGFkZGluZyI6eyIkcmVmIjoiMTEyIn0sIkJhY2tncm91bmQiOnsiJHJlZiI6IjExMyJ9LCJJc1Zpc2libGUiOnRydWUsIldpZHRoIjowLjAsIkhlaWdodCI6MC4wLCJCb3JkZXJTdHlsZSI6eyIkaWQiOiI1MTEiLCJMaW5lQ29sb3IiOm51bGwsIkxpbmVXZWlnaHQiOjAuMCwiTGluZVR5cGUiOjAsIlBhcmVudFN0eWxlIjpudWxsfSwiUGFyZW50U3R5bGUiOnsiJHJlZiI6IjEwNyJ9fSwiRGF0ZVN0eWxlIjp7IiRpZCI6IjUxMiIsIkZvbnRTZXR0aW5ncyI6eyIkaWQiOiI1MTMiLCJGb250U2l6ZSI6MTAsIkZvbnROYW1lIjoiQ2FsaWJyaSIsIklzQm9sZCI6ZmFsc2UsIklzSXRhbGljIjpmYWxzZSwiSXNVbmRlcmxpbmVkIjpmYWxzZSwiUGFyZW50U3R5bGUiOnsiJHJlZiI6IjExNSJ9fSwiQXV0b1NpemUiOjAsIkZvcmVncm91bmQiOnsiJGlkIjoiNTE0IiwiQ29sb3IiOnsiJGlkIjoiNTE1IiwiQSI6MjU1LCJSIjo2OCwiRyI6ODQsIkIiOjEwNn19LCJNYXhXaWR0aCI6MjAwLjAsIk1heEhlaWdodCI6IkluZmluaXR5IiwiU21hcnRGb3JlZ3JvdW5kSXNBY3RpdmUiOmZhbHNlLCJIb3Jpem9udGFsQWxpZ25tZW50IjowLCJWZXJ0aWNhbEFsaWdubWVudCI6MCwiU21hcnRGb3JlZ3JvdW5kIjpudWxsLCJNYXJnaW4iOnsiJHJlZiI6IjExOCJ9LCJQYWRkaW5nIjp7IiRyZWYiOiIxMTkifSwiQmFja2dyb3VuZCI6eyIkcmVmIjoiMTIwIn0sIklzVmlzaWJsZSI6ZmFsc2UsIldpZHRoIjowLjAsIkhlaWdodCI6MC4wLCJCb3JkZXJTdHlsZSI6eyIkaWQiOiI1MTYiLCJMaW5lQ29sb3IiOm51bGwsIkxpbmVXZWlnaHQiOjAuMCwiTGluZVR5cGUiOjAsIlBhcmVudFN0eWxlIjpudWxsfSwiUGFyZW50U3R5bGUiOnsiJHJlZiI6IjExNCJ9fSwiRGF0ZUZvcm1hdCI6eyIkaWQiOiI1MTciLCJGb3JtYXRTdHJpbmciOiJNL2QiLCJTZXBhcmF0b3IiOiIvIiwiVXNlSW50ZXJuYXRpb25hbERhdGVGb3JtYXQiOmZhbHNlfSwiSXNWaXNpYmxlIjp0cnVlLCJQYXJlbnRTdHlsZSI6eyIkcmVmIjoiODAifX0sIkluZGV4IjoxMCwiSWQiOiI0NTJmZmJmZi02NDM0LTQ5YmYtODk4Yi04NDIwMzAyNjlkNzkiLCJJbXBvcnRJZCI6bnVsbCwiVGl0bGUiOiJTdWItdGFzayA0IiwiTm90ZSI6bnVsbCwiSHlwZXJsaW5rIjpudWxsLCJJc0NoYW5nZWQiOmZhbHNlLCJJc05ldyI6dHJ1ZX1dLCJNc1Byb2plY3RJdGVtc1RyZWUiOnsiJGlkIjoiNTE4IiwiUm9vdCI6eyJJbXBvcnRJZCI6bnVsbCwiSXNJbXBvcnRlZCI6ZmFsc2UsIkNoaWxkcmVuIjpbXX19LCJNZXRhZGF0YSI6eyIkaWQiOiI1MTkifSwiU2V0dGluZ3MiOnsiJGlkIjoiNTIwIiwiSW1wYU9wdGlvbnMiOm51bGwsIlVzZUNvbXByZXNzaW9uIjpmYWxzZSwiQ29tcHJlc2lvblBlcmNlbnRhZ2UiOjUwLjAsIkluYWN0aXZlSW50ZXJ2YWxXaWR0aFRocmVzaG9sZCI6MzAuMCwiSW5hY3RpdmVJbnRlcnZhbFdpZHRoIjoxLjAsIlNwbGl0VGFza3MiOmZhbHNlLCJVc2VDbHVzdGVyIjpmYWxzZSwiRXBzaWxvbiI6MC4wLCJNaW5Qb2ludHNUb0Zvcm1BQ2x1c3RlciI6MiwiR2VuZXJhdGVJbnZpc2libGVTaGFwZXMiOnRydWUsIlNtYXJ0VGltZWxpbmVUYXNrUGVyY2VudGFnZUZpdCI6ZmFsc2V9LCJJc05ldyI6dHJ1ZSwiSW1wb3J0VHlwZSI6MCwiRmlsZVBhdGgiOm51bGwsIlRpbWVsaW5lSW1wb3J0ZWQiOmZhbHNlfQ=="/>
  <p:tag name="__MASTER" val="__part_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heme/theme1.xml><?xml version="1.0" encoding="utf-8"?>
<a:theme xmlns:a="http://schemas.openxmlformats.org/drawingml/2006/main" name="3_Office Theme">
  <a:themeElements>
    <a:clrScheme name="Custom 36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FFFFFF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110</Words>
  <Application>Microsoft Office PowerPoint</Application>
  <PresentationFormat>On-screen Show (4:3)</PresentationFormat>
  <Paragraphs>56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Segoe UI </vt:lpstr>
      <vt:lpstr>Segoe UI Semibold</vt:lpstr>
      <vt:lpstr>3_Office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2014-09-18T01:02:17Z</dcterms:created>
  <dcterms:modified xsi:type="dcterms:W3CDTF">2016-11-16T13:28:29Z</dcterms:modified>
</cp:coreProperties>
</file>