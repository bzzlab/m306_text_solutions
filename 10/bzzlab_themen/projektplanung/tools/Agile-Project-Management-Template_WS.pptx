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ags/tag24.xml" ContentType="application/vnd.openxmlformats-officedocument.presentationml.tags+xml"/>
  <Override PartName="/ppt/tags/tag25.xml" ContentType="application/vnd.openxmlformats-officedocument.presentationml.tags+xml"/>
  <Override PartName="/ppt/tags/tag26.xml" ContentType="application/vnd.openxmlformats-officedocument.presentationml.tags+xml"/>
  <Override PartName="/ppt/tags/tag27.xml" ContentType="application/vnd.openxmlformats-officedocument.presentationml.tags+xml"/>
  <Override PartName="/ppt/tags/tag28.xml" ContentType="application/vnd.openxmlformats-officedocument.presentationml.tags+xml"/>
  <Override PartName="/ppt/tags/tag29.xml" ContentType="application/vnd.openxmlformats-officedocument.presentationml.tags+xml"/>
  <Override PartName="/ppt/tags/tag30.xml" ContentType="application/vnd.openxmlformats-officedocument.presentationml.tags+xml"/>
  <Override PartName="/ppt/tags/tag31.xml" ContentType="application/vnd.openxmlformats-officedocument.presentationml.tags+xml"/>
  <Override PartName="/ppt/tags/tag32.xml" ContentType="application/vnd.openxmlformats-officedocument.presentationml.tags+xml"/>
  <Override PartName="/ppt/tags/tag33.xml" ContentType="application/vnd.openxmlformats-officedocument.presentationml.tags+xml"/>
  <Override PartName="/ppt/tags/tag34.xml" ContentType="application/vnd.openxmlformats-officedocument.presentationml.tags+xml"/>
  <Override PartName="/ppt/tags/tag35.xml" ContentType="application/vnd.openxmlformats-officedocument.presentationml.tags+xml"/>
  <Override PartName="/ppt/tags/tag3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 saveSubsetFonts="1">
  <p:sldMasterIdLst>
    <p:sldMasterId id="2147483720" r:id="rId1"/>
  </p:sldMasterIdLst>
  <p:sldIdLst>
    <p:sldId id="269" r:id="rId2"/>
    <p:sldId id="266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1E6598"/>
    <a:srgbClr val="CC0000"/>
    <a:srgbClr val="95222E"/>
    <a:srgbClr val="92202D"/>
    <a:srgbClr val="2683C6"/>
    <a:srgbClr val="1D6295"/>
    <a:srgbClr val="FF5B5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22" d="100"/>
          <a:sy n="122" d="100"/>
        </p:scale>
        <p:origin x="90" y="2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64158-0CE9-4349-B3F5-2F2E57F0D0C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11/16/2016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59CC6-7B72-4137-928D-D85C24DCBB6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5637863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64158-0CE9-4349-B3F5-2F2E57F0D0C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11/16/2016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59CC6-7B72-4137-928D-D85C24DCBB6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78306995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64158-0CE9-4349-B3F5-2F2E57F0D0C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11/16/2016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59CC6-7B72-4137-928D-D85C24DCBB6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7276359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64158-0CE9-4349-B3F5-2F2E57F0D0C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11/16/2016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59CC6-7B72-4137-928D-D85C24DCBB6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2018977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64158-0CE9-4349-B3F5-2F2E57F0D0C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11/16/2016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59CC6-7B72-4137-928D-D85C24DCBB6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5016582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64158-0CE9-4349-B3F5-2F2E57F0D0C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11/16/2016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59CC6-7B72-4137-928D-D85C24DCBB6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12256254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64158-0CE9-4349-B3F5-2F2E57F0D0C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11/16/2016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59CC6-7B72-4137-928D-D85C24DCBB6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420929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64158-0CE9-4349-B3F5-2F2E57F0D0C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11/16/2016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59CC6-7B72-4137-928D-D85C24DCBB6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46707725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dirty="0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64158-0CE9-4349-B3F5-2F2E57F0D0C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11/16/2016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59CC6-7B72-4137-928D-D85C24DCBB6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70358906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64158-0CE9-4349-B3F5-2F2E57F0D0C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11/16/2016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59CC6-7B72-4137-928D-D85C24DCBB6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2388833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164158-0CE9-4349-B3F5-2F2E57F0D0C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11/16/2016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259CC6-7B72-4137-928D-D85C24DCBB6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335505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164158-0CE9-4349-B3F5-2F2E57F0D0CB}" type="datetimeFigureOut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11/16/2016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259CC6-7B72-4137-928D-D85C24DCBB66}" type="slidenum">
              <a:rPr lang="en-US" smtClean="0">
                <a:solidFill>
                  <a:prstClr val="black">
                    <a:tint val="75000"/>
                  </a:prstClr>
                </a:solidFill>
              </a:rPr>
              <a:pPr/>
              <a:t>‹#›</a:t>
            </a:fld>
            <a:endParaRPr lang="en-US" dirty="0">
              <a:solidFill>
                <a:prstClr val="black">
                  <a:tint val="75000"/>
                </a:prst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745728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1" r:id="rId1"/>
    <p:sldLayoutId id="2147483722" r:id="rId2"/>
    <p:sldLayoutId id="2147483723" r:id="rId3"/>
    <p:sldLayoutId id="2147483724" r:id="rId4"/>
    <p:sldLayoutId id="2147483725" r:id="rId5"/>
    <p:sldLayoutId id="2147483726" r:id="rId6"/>
    <p:sldLayoutId id="2147483727" r:id="rId7"/>
    <p:sldLayoutId id="2147483728" r:id="rId8"/>
    <p:sldLayoutId id="2147483729" r:id="rId9"/>
    <p:sldLayoutId id="2147483730" r:id="rId10"/>
    <p:sldLayoutId id="214748373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officetimeline.com/14-days-trial" TargetMode="External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6" Type="http://schemas.openxmlformats.org/officeDocument/2006/relationships/tags" Target="../tags/tag26.xml"/><Relationship Id="rId117" Type="http://schemas.openxmlformats.org/officeDocument/2006/relationships/tags" Target="../tags/tag117.xml"/><Relationship Id="rId21" Type="http://schemas.openxmlformats.org/officeDocument/2006/relationships/tags" Target="../tags/tag21.xml"/><Relationship Id="rId42" Type="http://schemas.openxmlformats.org/officeDocument/2006/relationships/tags" Target="../tags/tag42.xml"/><Relationship Id="rId47" Type="http://schemas.openxmlformats.org/officeDocument/2006/relationships/tags" Target="../tags/tag47.xml"/><Relationship Id="rId63" Type="http://schemas.openxmlformats.org/officeDocument/2006/relationships/tags" Target="../tags/tag63.xml"/><Relationship Id="rId68" Type="http://schemas.openxmlformats.org/officeDocument/2006/relationships/tags" Target="../tags/tag68.xml"/><Relationship Id="rId84" Type="http://schemas.openxmlformats.org/officeDocument/2006/relationships/tags" Target="../tags/tag84.xml"/><Relationship Id="rId89" Type="http://schemas.openxmlformats.org/officeDocument/2006/relationships/tags" Target="../tags/tag89.xml"/><Relationship Id="rId112" Type="http://schemas.openxmlformats.org/officeDocument/2006/relationships/tags" Target="../tags/tag112.xml"/><Relationship Id="rId133" Type="http://schemas.openxmlformats.org/officeDocument/2006/relationships/tags" Target="../tags/tag133.xml"/><Relationship Id="rId138" Type="http://schemas.openxmlformats.org/officeDocument/2006/relationships/slideLayout" Target="../slideLayouts/slideLayout6.xml"/><Relationship Id="rId16" Type="http://schemas.openxmlformats.org/officeDocument/2006/relationships/tags" Target="../tags/tag16.xml"/><Relationship Id="rId107" Type="http://schemas.openxmlformats.org/officeDocument/2006/relationships/tags" Target="../tags/tag107.xml"/><Relationship Id="rId11" Type="http://schemas.openxmlformats.org/officeDocument/2006/relationships/tags" Target="../tags/tag11.xml"/><Relationship Id="rId32" Type="http://schemas.openxmlformats.org/officeDocument/2006/relationships/tags" Target="../tags/tag32.xml"/><Relationship Id="rId37" Type="http://schemas.openxmlformats.org/officeDocument/2006/relationships/tags" Target="../tags/tag37.xml"/><Relationship Id="rId53" Type="http://schemas.openxmlformats.org/officeDocument/2006/relationships/tags" Target="../tags/tag53.xml"/><Relationship Id="rId58" Type="http://schemas.openxmlformats.org/officeDocument/2006/relationships/tags" Target="../tags/tag58.xml"/><Relationship Id="rId74" Type="http://schemas.openxmlformats.org/officeDocument/2006/relationships/tags" Target="../tags/tag74.xml"/><Relationship Id="rId79" Type="http://schemas.openxmlformats.org/officeDocument/2006/relationships/tags" Target="../tags/tag79.xml"/><Relationship Id="rId102" Type="http://schemas.openxmlformats.org/officeDocument/2006/relationships/tags" Target="../tags/tag102.xml"/><Relationship Id="rId123" Type="http://schemas.openxmlformats.org/officeDocument/2006/relationships/tags" Target="../tags/tag123.xml"/><Relationship Id="rId128" Type="http://schemas.openxmlformats.org/officeDocument/2006/relationships/tags" Target="../tags/tag128.xml"/><Relationship Id="rId5" Type="http://schemas.openxmlformats.org/officeDocument/2006/relationships/tags" Target="../tags/tag5.xml"/><Relationship Id="rId90" Type="http://schemas.openxmlformats.org/officeDocument/2006/relationships/tags" Target="../tags/tag90.xml"/><Relationship Id="rId95" Type="http://schemas.openxmlformats.org/officeDocument/2006/relationships/tags" Target="../tags/tag95.xml"/><Relationship Id="rId14" Type="http://schemas.openxmlformats.org/officeDocument/2006/relationships/tags" Target="../tags/tag14.xml"/><Relationship Id="rId22" Type="http://schemas.openxmlformats.org/officeDocument/2006/relationships/tags" Target="../tags/tag22.xml"/><Relationship Id="rId27" Type="http://schemas.openxmlformats.org/officeDocument/2006/relationships/tags" Target="../tags/tag27.xml"/><Relationship Id="rId30" Type="http://schemas.openxmlformats.org/officeDocument/2006/relationships/tags" Target="../tags/tag30.xml"/><Relationship Id="rId35" Type="http://schemas.openxmlformats.org/officeDocument/2006/relationships/tags" Target="../tags/tag35.xml"/><Relationship Id="rId43" Type="http://schemas.openxmlformats.org/officeDocument/2006/relationships/tags" Target="../tags/tag43.xml"/><Relationship Id="rId48" Type="http://schemas.openxmlformats.org/officeDocument/2006/relationships/tags" Target="../tags/tag48.xml"/><Relationship Id="rId56" Type="http://schemas.openxmlformats.org/officeDocument/2006/relationships/tags" Target="../tags/tag56.xml"/><Relationship Id="rId64" Type="http://schemas.openxmlformats.org/officeDocument/2006/relationships/tags" Target="../tags/tag64.xml"/><Relationship Id="rId69" Type="http://schemas.openxmlformats.org/officeDocument/2006/relationships/tags" Target="../tags/tag69.xml"/><Relationship Id="rId77" Type="http://schemas.openxmlformats.org/officeDocument/2006/relationships/tags" Target="../tags/tag77.xml"/><Relationship Id="rId100" Type="http://schemas.openxmlformats.org/officeDocument/2006/relationships/tags" Target="../tags/tag100.xml"/><Relationship Id="rId105" Type="http://schemas.openxmlformats.org/officeDocument/2006/relationships/tags" Target="../tags/tag105.xml"/><Relationship Id="rId113" Type="http://schemas.openxmlformats.org/officeDocument/2006/relationships/tags" Target="../tags/tag113.xml"/><Relationship Id="rId118" Type="http://schemas.openxmlformats.org/officeDocument/2006/relationships/tags" Target="../tags/tag118.xml"/><Relationship Id="rId126" Type="http://schemas.openxmlformats.org/officeDocument/2006/relationships/tags" Target="../tags/tag126.xml"/><Relationship Id="rId134" Type="http://schemas.openxmlformats.org/officeDocument/2006/relationships/tags" Target="../tags/tag134.xml"/><Relationship Id="rId8" Type="http://schemas.openxmlformats.org/officeDocument/2006/relationships/tags" Target="../tags/tag8.xml"/><Relationship Id="rId51" Type="http://schemas.openxmlformats.org/officeDocument/2006/relationships/tags" Target="../tags/tag51.xml"/><Relationship Id="rId72" Type="http://schemas.openxmlformats.org/officeDocument/2006/relationships/tags" Target="../tags/tag72.xml"/><Relationship Id="rId80" Type="http://schemas.openxmlformats.org/officeDocument/2006/relationships/tags" Target="../tags/tag80.xml"/><Relationship Id="rId85" Type="http://schemas.openxmlformats.org/officeDocument/2006/relationships/tags" Target="../tags/tag85.xml"/><Relationship Id="rId93" Type="http://schemas.openxmlformats.org/officeDocument/2006/relationships/tags" Target="../tags/tag93.xml"/><Relationship Id="rId98" Type="http://schemas.openxmlformats.org/officeDocument/2006/relationships/tags" Target="../tags/tag98.xml"/><Relationship Id="rId121" Type="http://schemas.openxmlformats.org/officeDocument/2006/relationships/tags" Target="../tags/tag121.xml"/><Relationship Id="rId3" Type="http://schemas.openxmlformats.org/officeDocument/2006/relationships/tags" Target="../tags/tag3.xml"/><Relationship Id="rId12" Type="http://schemas.openxmlformats.org/officeDocument/2006/relationships/tags" Target="../tags/tag12.xml"/><Relationship Id="rId17" Type="http://schemas.openxmlformats.org/officeDocument/2006/relationships/tags" Target="../tags/tag17.xml"/><Relationship Id="rId25" Type="http://schemas.openxmlformats.org/officeDocument/2006/relationships/tags" Target="../tags/tag25.xml"/><Relationship Id="rId33" Type="http://schemas.openxmlformats.org/officeDocument/2006/relationships/tags" Target="../tags/tag33.xml"/><Relationship Id="rId38" Type="http://schemas.openxmlformats.org/officeDocument/2006/relationships/tags" Target="../tags/tag38.xml"/><Relationship Id="rId46" Type="http://schemas.openxmlformats.org/officeDocument/2006/relationships/tags" Target="../tags/tag46.xml"/><Relationship Id="rId59" Type="http://schemas.openxmlformats.org/officeDocument/2006/relationships/tags" Target="../tags/tag59.xml"/><Relationship Id="rId67" Type="http://schemas.openxmlformats.org/officeDocument/2006/relationships/tags" Target="../tags/tag67.xml"/><Relationship Id="rId103" Type="http://schemas.openxmlformats.org/officeDocument/2006/relationships/tags" Target="../tags/tag103.xml"/><Relationship Id="rId108" Type="http://schemas.openxmlformats.org/officeDocument/2006/relationships/tags" Target="../tags/tag108.xml"/><Relationship Id="rId116" Type="http://schemas.openxmlformats.org/officeDocument/2006/relationships/tags" Target="../tags/tag116.xml"/><Relationship Id="rId124" Type="http://schemas.openxmlformats.org/officeDocument/2006/relationships/tags" Target="../tags/tag124.xml"/><Relationship Id="rId129" Type="http://schemas.openxmlformats.org/officeDocument/2006/relationships/tags" Target="../tags/tag129.xml"/><Relationship Id="rId137" Type="http://schemas.openxmlformats.org/officeDocument/2006/relationships/tags" Target="../tags/tag137.xml"/><Relationship Id="rId20" Type="http://schemas.openxmlformats.org/officeDocument/2006/relationships/tags" Target="../tags/tag20.xml"/><Relationship Id="rId41" Type="http://schemas.openxmlformats.org/officeDocument/2006/relationships/tags" Target="../tags/tag41.xml"/><Relationship Id="rId54" Type="http://schemas.openxmlformats.org/officeDocument/2006/relationships/tags" Target="../tags/tag54.xml"/><Relationship Id="rId62" Type="http://schemas.openxmlformats.org/officeDocument/2006/relationships/tags" Target="../tags/tag62.xml"/><Relationship Id="rId70" Type="http://schemas.openxmlformats.org/officeDocument/2006/relationships/tags" Target="../tags/tag70.xml"/><Relationship Id="rId75" Type="http://schemas.openxmlformats.org/officeDocument/2006/relationships/tags" Target="../tags/tag75.xml"/><Relationship Id="rId83" Type="http://schemas.openxmlformats.org/officeDocument/2006/relationships/tags" Target="../tags/tag83.xml"/><Relationship Id="rId88" Type="http://schemas.openxmlformats.org/officeDocument/2006/relationships/tags" Target="../tags/tag88.xml"/><Relationship Id="rId91" Type="http://schemas.openxmlformats.org/officeDocument/2006/relationships/tags" Target="../tags/tag91.xml"/><Relationship Id="rId96" Type="http://schemas.openxmlformats.org/officeDocument/2006/relationships/tags" Target="../tags/tag96.xml"/><Relationship Id="rId111" Type="http://schemas.openxmlformats.org/officeDocument/2006/relationships/tags" Target="../tags/tag111.xml"/><Relationship Id="rId132" Type="http://schemas.openxmlformats.org/officeDocument/2006/relationships/tags" Target="../tags/tag132.xml"/><Relationship Id="rId1" Type="http://schemas.openxmlformats.org/officeDocument/2006/relationships/tags" Target="../tags/tag1.xml"/><Relationship Id="rId6" Type="http://schemas.openxmlformats.org/officeDocument/2006/relationships/tags" Target="../tags/tag6.xml"/><Relationship Id="rId15" Type="http://schemas.openxmlformats.org/officeDocument/2006/relationships/tags" Target="../tags/tag15.xml"/><Relationship Id="rId23" Type="http://schemas.openxmlformats.org/officeDocument/2006/relationships/tags" Target="../tags/tag23.xml"/><Relationship Id="rId28" Type="http://schemas.openxmlformats.org/officeDocument/2006/relationships/tags" Target="../tags/tag28.xml"/><Relationship Id="rId36" Type="http://schemas.openxmlformats.org/officeDocument/2006/relationships/tags" Target="../tags/tag36.xml"/><Relationship Id="rId49" Type="http://schemas.openxmlformats.org/officeDocument/2006/relationships/tags" Target="../tags/tag49.xml"/><Relationship Id="rId57" Type="http://schemas.openxmlformats.org/officeDocument/2006/relationships/tags" Target="../tags/tag57.xml"/><Relationship Id="rId106" Type="http://schemas.openxmlformats.org/officeDocument/2006/relationships/tags" Target="../tags/tag106.xml"/><Relationship Id="rId114" Type="http://schemas.openxmlformats.org/officeDocument/2006/relationships/tags" Target="../tags/tag114.xml"/><Relationship Id="rId119" Type="http://schemas.openxmlformats.org/officeDocument/2006/relationships/tags" Target="../tags/tag119.xml"/><Relationship Id="rId127" Type="http://schemas.openxmlformats.org/officeDocument/2006/relationships/tags" Target="../tags/tag127.xml"/><Relationship Id="rId10" Type="http://schemas.openxmlformats.org/officeDocument/2006/relationships/tags" Target="../tags/tag10.xml"/><Relationship Id="rId31" Type="http://schemas.openxmlformats.org/officeDocument/2006/relationships/tags" Target="../tags/tag31.xml"/><Relationship Id="rId44" Type="http://schemas.openxmlformats.org/officeDocument/2006/relationships/tags" Target="../tags/tag44.xml"/><Relationship Id="rId52" Type="http://schemas.openxmlformats.org/officeDocument/2006/relationships/tags" Target="../tags/tag52.xml"/><Relationship Id="rId60" Type="http://schemas.openxmlformats.org/officeDocument/2006/relationships/tags" Target="../tags/tag60.xml"/><Relationship Id="rId65" Type="http://schemas.openxmlformats.org/officeDocument/2006/relationships/tags" Target="../tags/tag65.xml"/><Relationship Id="rId73" Type="http://schemas.openxmlformats.org/officeDocument/2006/relationships/tags" Target="../tags/tag73.xml"/><Relationship Id="rId78" Type="http://schemas.openxmlformats.org/officeDocument/2006/relationships/tags" Target="../tags/tag78.xml"/><Relationship Id="rId81" Type="http://schemas.openxmlformats.org/officeDocument/2006/relationships/tags" Target="../tags/tag81.xml"/><Relationship Id="rId86" Type="http://schemas.openxmlformats.org/officeDocument/2006/relationships/tags" Target="../tags/tag86.xml"/><Relationship Id="rId94" Type="http://schemas.openxmlformats.org/officeDocument/2006/relationships/tags" Target="../tags/tag94.xml"/><Relationship Id="rId99" Type="http://schemas.openxmlformats.org/officeDocument/2006/relationships/tags" Target="../tags/tag99.xml"/><Relationship Id="rId101" Type="http://schemas.openxmlformats.org/officeDocument/2006/relationships/tags" Target="../tags/tag101.xml"/><Relationship Id="rId122" Type="http://schemas.openxmlformats.org/officeDocument/2006/relationships/tags" Target="../tags/tag122.xml"/><Relationship Id="rId130" Type="http://schemas.openxmlformats.org/officeDocument/2006/relationships/tags" Target="../tags/tag130.xml"/><Relationship Id="rId135" Type="http://schemas.openxmlformats.org/officeDocument/2006/relationships/tags" Target="../tags/tag135.xml"/><Relationship Id="rId4" Type="http://schemas.openxmlformats.org/officeDocument/2006/relationships/tags" Target="../tags/tag4.xml"/><Relationship Id="rId9" Type="http://schemas.openxmlformats.org/officeDocument/2006/relationships/tags" Target="../tags/tag9.xml"/><Relationship Id="rId13" Type="http://schemas.openxmlformats.org/officeDocument/2006/relationships/tags" Target="../tags/tag13.xml"/><Relationship Id="rId18" Type="http://schemas.openxmlformats.org/officeDocument/2006/relationships/tags" Target="../tags/tag18.xml"/><Relationship Id="rId39" Type="http://schemas.openxmlformats.org/officeDocument/2006/relationships/tags" Target="../tags/tag39.xml"/><Relationship Id="rId109" Type="http://schemas.openxmlformats.org/officeDocument/2006/relationships/tags" Target="../tags/tag109.xml"/><Relationship Id="rId34" Type="http://schemas.openxmlformats.org/officeDocument/2006/relationships/tags" Target="../tags/tag34.xml"/><Relationship Id="rId50" Type="http://schemas.openxmlformats.org/officeDocument/2006/relationships/tags" Target="../tags/tag50.xml"/><Relationship Id="rId55" Type="http://schemas.openxmlformats.org/officeDocument/2006/relationships/tags" Target="../tags/tag55.xml"/><Relationship Id="rId76" Type="http://schemas.openxmlformats.org/officeDocument/2006/relationships/tags" Target="../tags/tag76.xml"/><Relationship Id="rId97" Type="http://schemas.openxmlformats.org/officeDocument/2006/relationships/tags" Target="../tags/tag97.xml"/><Relationship Id="rId104" Type="http://schemas.openxmlformats.org/officeDocument/2006/relationships/tags" Target="../tags/tag104.xml"/><Relationship Id="rId120" Type="http://schemas.openxmlformats.org/officeDocument/2006/relationships/tags" Target="../tags/tag120.xml"/><Relationship Id="rId125" Type="http://schemas.openxmlformats.org/officeDocument/2006/relationships/tags" Target="../tags/tag125.xml"/><Relationship Id="rId7" Type="http://schemas.openxmlformats.org/officeDocument/2006/relationships/tags" Target="../tags/tag7.xml"/><Relationship Id="rId71" Type="http://schemas.openxmlformats.org/officeDocument/2006/relationships/tags" Target="../tags/tag71.xml"/><Relationship Id="rId92" Type="http://schemas.openxmlformats.org/officeDocument/2006/relationships/tags" Target="../tags/tag92.xml"/><Relationship Id="rId2" Type="http://schemas.openxmlformats.org/officeDocument/2006/relationships/tags" Target="../tags/tag2.xml"/><Relationship Id="rId29" Type="http://schemas.openxmlformats.org/officeDocument/2006/relationships/tags" Target="../tags/tag29.xml"/><Relationship Id="rId24" Type="http://schemas.openxmlformats.org/officeDocument/2006/relationships/tags" Target="../tags/tag24.xml"/><Relationship Id="rId40" Type="http://schemas.openxmlformats.org/officeDocument/2006/relationships/tags" Target="../tags/tag40.xml"/><Relationship Id="rId45" Type="http://schemas.openxmlformats.org/officeDocument/2006/relationships/tags" Target="../tags/tag45.xml"/><Relationship Id="rId66" Type="http://schemas.openxmlformats.org/officeDocument/2006/relationships/tags" Target="../tags/tag66.xml"/><Relationship Id="rId87" Type="http://schemas.openxmlformats.org/officeDocument/2006/relationships/tags" Target="../tags/tag87.xml"/><Relationship Id="rId110" Type="http://schemas.openxmlformats.org/officeDocument/2006/relationships/tags" Target="../tags/tag110.xml"/><Relationship Id="rId115" Type="http://schemas.openxmlformats.org/officeDocument/2006/relationships/tags" Target="../tags/tag115.xml"/><Relationship Id="rId131" Type="http://schemas.openxmlformats.org/officeDocument/2006/relationships/tags" Target="../tags/tag131.xml"/><Relationship Id="rId136" Type="http://schemas.openxmlformats.org/officeDocument/2006/relationships/tags" Target="../tags/tag136.xml"/><Relationship Id="rId61" Type="http://schemas.openxmlformats.org/officeDocument/2006/relationships/tags" Target="../tags/tag61.xml"/><Relationship Id="rId82" Type="http://schemas.openxmlformats.org/officeDocument/2006/relationships/tags" Target="../tags/tag82.xml"/><Relationship Id="rId19" Type="http://schemas.openxmlformats.org/officeDocument/2006/relationships/tags" Target="../tags/tag1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48" y="0"/>
            <a:ext cx="12173103" cy="6858000"/>
          </a:xfrm>
          <a:prstGeom prst="rect">
            <a:avLst/>
          </a:prstGeom>
        </p:spPr>
      </p:pic>
      <p:sp>
        <p:nvSpPr>
          <p:cNvPr id="3" name="TextBox 1"/>
          <p:cNvSpPr txBox="1"/>
          <p:nvPr/>
        </p:nvSpPr>
        <p:spPr>
          <a:xfrm>
            <a:off x="8763168" y="962215"/>
            <a:ext cx="5218112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100" u="sng" dirty="0">
                <a:solidFill>
                  <a:schemeClr val="bg1"/>
                </a:solidFill>
                <a:latin typeface="Segoe UI "/>
                <a:cs typeface="Segoe UI Semibold" panose="020B0702040204020203" pitchFamily="34" charset="0"/>
                <a:hlinkClick r:id="rId3"/>
              </a:rPr>
              <a:t>https://www.officetimeline.com/14-days-trial</a:t>
            </a:r>
            <a:endParaRPr lang="en-US" sz="1100" u="sng" dirty="0">
              <a:solidFill>
                <a:schemeClr val="bg1"/>
              </a:solidFill>
              <a:latin typeface="Segoe UI "/>
              <a:cs typeface="Segoe UI Semibold" panose="020B0702040204020203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6835870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234" name="OTLSHAPE_T_452ffbff643449bf898b842030269d79_HorizontalConnector1"/>
          <p:cNvCxnSpPr/>
          <p:nvPr>
            <p:custDataLst>
              <p:tags r:id="rId2"/>
            </p:custDataLst>
          </p:nvPr>
        </p:nvCxnSpPr>
        <p:spPr>
          <a:xfrm>
            <a:off x="713317" y="4755557"/>
            <a:ext cx="8591957" cy="0"/>
          </a:xfrm>
          <a:prstGeom prst="line">
            <a:avLst/>
          </a:prstGeom>
          <a:ln w="9525" cap="flat" cmpd="sng" algn="ctr">
            <a:solidFill>
              <a:schemeClr val="lt2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33" name="OTLSHAPE_T_2f8fa4073845497c985961879fe02bd9_HorizontalConnector1"/>
          <p:cNvCxnSpPr/>
          <p:nvPr>
            <p:custDataLst>
              <p:tags r:id="rId3"/>
            </p:custDataLst>
          </p:nvPr>
        </p:nvCxnSpPr>
        <p:spPr>
          <a:xfrm>
            <a:off x="713317" y="4559639"/>
            <a:ext cx="8591957" cy="0"/>
          </a:xfrm>
          <a:prstGeom prst="line">
            <a:avLst/>
          </a:prstGeom>
          <a:ln w="9525" cap="flat" cmpd="sng" algn="ctr">
            <a:solidFill>
              <a:schemeClr val="lt2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32" name="OTLSHAPE_T_d480600ded4042c48ee5e80e5b71a336_HorizontalConnector1"/>
          <p:cNvCxnSpPr/>
          <p:nvPr>
            <p:custDataLst>
              <p:tags r:id="rId4"/>
            </p:custDataLst>
          </p:nvPr>
        </p:nvCxnSpPr>
        <p:spPr>
          <a:xfrm>
            <a:off x="713317" y="4363720"/>
            <a:ext cx="7716701" cy="0"/>
          </a:xfrm>
          <a:prstGeom prst="line">
            <a:avLst/>
          </a:prstGeom>
          <a:ln w="9525" cap="flat" cmpd="sng" algn="ctr">
            <a:solidFill>
              <a:schemeClr val="lt2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31" name="OTLSHAPE_T_b0ce345f5e2e422f9154b35d4c1d61d1_HorizontalConnector1"/>
          <p:cNvCxnSpPr/>
          <p:nvPr>
            <p:custDataLst>
              <p:tags r:id="rId5"/>
            </p:custDataLst>
          </p:nvPr>
        </p:nvCxnSpPr>
        <p:spPr>
          <a:xfrm>
            <a:off x="713317" y="4167801"/>
            <a:ext cx="5966189" cy="0"/>
          </a:xfrm>
          <a:prstGeom prst="line">
            <a:avLst/>
          </a:prstGeom>
          <a:ln w="9525" cap="flat" cmpd="sng" algn="ctr">
            <a:solidFill>
              <a:schemeClr val="lt2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30" name="OTLSHAPE_T_57f5429952d14bf49102a5a5faf30e1a_HorizontalConnector1"/>
          <p:cNvCxnSpPr/>
          <p:nvPr>
            <p:custDataLst>
              <p:tags r:id="rId6"/>
            </p:custDataLst>
          </p:nvPr>
        </p:nvCxnSpPr>
        <p:spPr>
          <a:xfrm>
            <a:off x="695537" y="3948621"/>
            <a:ext cx="5983969" cy="0"/>
          </a:xfrm>
          <a:prstGeom prst="line">
            <a:avLst/>
          </a:prstGeom>
          <a:ln w="9525" cap="flat" cmpd="sng" algn="ctr">
            <a:solidFill>
              <a:schemeClr val="accent1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29" name="OTLSHAPE_T_836c357db4084b50807ddd27b87cbdc3_HorizontalConnector1"/>
          <p:cNvCxnSpPr/>
          <p:nvPr>
            <p:custDataLst>
              <p:tags r:id="rId7"/>
            </p:custDataLst>
          </p:nvPr>
        </p:nvCxnSpPr>
        <p:spPr>
          <a:xfrm>
            <a:off x="1575647" y="3611499"/>
            <a:ext cx="4437076" cy="0"/>
          </a:xfrm>
          <a:prstGeom prst="line">
            <a:avLst/>
          </a:prstGeom>
          <a:ln w="9525" cap="flat" cmpd="sng" algn="ctr">
            <a:solidFill>
              <a:schemeClr val="lt2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28" name="OTLSHAPE_T_78be7d9108184754b05589e65c41c421_HorizontalConnector1"/>
          <p:cNvCxnSpPr/>
          <p:nvPr>
            <p:custDataLst>
              <p:tags r:id="rId8"/>
            </p:custDataLst>
          </p:nvPr>
        </p:nvCxnSpPr>
        <p:spPr>
          <a:xfrm>
            <a:off x="713317" y="3399240"/>
            <a:ext cx="3632173" cy="0"/>
          </a:xfrm>
          <a:prstGeom prst="line">
            <a:avLst/>
          </a:prstGeom>
          <a:ln w="9525" cap="flat" cmpd="sng" algn="ctr">
            <a:solidFill>
              <a:schemeClr val="lt2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27" name="OTLSHAPE_T_59ca60aa1ba948a79516fa0118865308_HorizontalConnector1"/>
          <p:cNvCxnSpPr/>
          <p:nvPr>
            <p:custDataLst>
              <p:tags r:id="rId9"/>
            </p:custDataLst>
          </p:nvPr>
        </p:nvCxnSpPr>
        <p:spPr>
          <a:xfrm>
            <a:off x="713317" y="3203321"/>
            <a:ext cx="2173413" cy="0"/>
          </a:xfrm>
          <a:prstGeom prst="line">
            <a:avLst/>
          </a:prstGeom>
          <a:ln w="9525" cap="flat" cmpd="sng" algn="ctr">
            <a:solidFill>
              <a:schemeClr val="lt2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26" name="OTLSHAPE_T_48541c08b8264880b5f5e24c9c19489c_HorizontalConnector1"/>
          <p:cNvCxnSpPr/>
          <p:nvPr>
            <p:custDataLst>
              <p:tags r:id="rId10"/>
            </p:custDataLst>
          </p:nvPr>
        </p:nvCxnSpPr>
        <p:spPr>
          <a:xfrm>
            <a:off x="713317" y="3007402"/>
            <a:ext cx="1589909" cy="0"/>
          </a:xfrm>
          <a:prstGeom prst="line">
            <a:avLst/>
          </a:prstGeom>
          <a:ln w="9525" cap="flat" cmpd="sng" algn="ctr">
            <a:solidFill>
              <a:schemeClr val="lt2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25" name="OTLSHAPE_T_3a68715404b5435ab4a487ba7219617a_HorizontalConnector1"/>
          <p:cNvCxnSpPr/>
          <p:nvPr>
            <p:custDataLst>
              <p:tags r:id="rId11"/>
            </p:custDataLst>
          </p:nvPr>
        </p:nvCxnSpPr>
        <p:spPr>
          <a:xfrm>
            <a:off x="695537" y="2750121"/>
            <a:ext cx="1607689" cy="0"/>
          </a:xfrm>
          <a:prstGeom prst="line">
            <a:avLst/>
          </a:prstGeom>
          <a:ln w="9525" cap="flat" cmpd="sng" algn="ctr">
            <a:solidFill>
              <a:srgbClr val="EA161E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24" name="OTLSHAPE_M_26c928c3e36b4a2d836f0b5f31ef08d2_Connector1"/>
          <p:cNvCxnSpPr/>
          <p:nvPr>
            <p:custDataLst>
              <p:tags r:id="rId12"/>
            </p:custDataLst>
          </p:nvPr>
        </p:nvCxnSpPr>
        <p:spPr>
          <a:xfrm>
            <a:off x="2893079" y="1086485"/>
            <a:ext cx="0" cy="970915"/>
          </a:xfrm>
          <a:prstGeom prst="line">
            <a:avLst/>
          </a:prstGeom>
          <a:ln w="9525" cap="flat" cmpd="sng" algn="ctr">
            <a:solidFill>
              <a:srgbClr val="96D642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223" name="OTLSHAPE_M_ccd9ec8f2afa4259a768f5e413e3b544_Connector1"/>
          <p:cNvCxnSpPr/>
          <p:nvPr>
            <p:custDataLst>
              <p:tags r:id="rId13"/>
            </p:custDataLst>
          </p:nvPr>
        </p:nvCxnSpPr>
        <p:spPr>
          <a:xfrm>
            <a:off x="1142567" y="1615228"/>
            <a:ext cx="0" cy="442172"/>
          </a:xfrm>
          <a:prstGeom prst="line">
            <a:avLst/>
          </a:prstGeom>
          <a:ln w="9525" cap="flat" cmpd="sng" algn="ctr">
            <a:solidFill>
              <a:srgbClr val="96D642"/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194" name="OTLSHAPE_TB_00000000000000000000000000000000_LeftEndCaps" hidden="1"/>
          <p:cNvSpPr txBox="1"/>
          <p:nvPr>
            <p:custDataLst>
              <p:tags r:id="rId14"/>
            </p:custDataLst>
          </p:nvPr>
        </p:nvSpPr>
        <p:spPr>
          <a:xfrm>
            <a:off x="254000" y="2108369"/>
            <a:ext cx="469900" cy="279061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/>
            <a:r>
              <a:rPr lang="en-US" b="1" smtClean="0">
                <a:solidFill>
                  <a:schemeClr val="accent2"/>
                </a:solidFill>
                <a:latin typeface="Calibri" panose="020F0502020204030204" pitchFamily="34" charset="0"/>
              </a:rPr>
              <a:t>2017</a:t>
            </a:r>
            <a:endParaRPr lang="en-US" b="1">
              <a:solidFill>
                <a:schemeClr val="accent2"/>
              </a:solidFill>
              <a:latin typeface="Calibri" panose="020F0502020204030204" pitchFamily="34" charset="0"/>
            </a:endParaRPr>
          </a:p>
        </p:txBody>
      </p:sp>
      <p:sp>
        <p:nvSpPr>
          <p:cNvPr id="10195" name="OTLSHAPE_TB_00000000000000000000000000000000_RightEndCaps" hidden="1"/>
          <p:cNvSpPr txBox="1"/>
          <p:nvPr>
            <p:custDataLst>
              <p:tags r:id="rId15"/>
            </p:custDataLst>
          </p:nvPr>
        </p:nvSpPr>
        <p:spPr>
          <a:xfrm>
            <a:off x="11474534" y="2108369"/>
            <a:ext cx="469900" cy="279061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/>
            <a:r>
              <a:rPr lang="en-US" b="1" smtClean="0">
                <a:solidFill>
                  <a:schemeClr val="accent2"/>
                </a:solidFill>
                <a:latin typeface="Calibri" panose="020F0502020204030204" pitchFamily="34" charset="0"/>
              </a:rPr>
              <a:t>2017</a:t>
            </a:r>
            <a:endParaRPr lang="en-US" b="1">
              <a:solidFill>
                <a:schemeClr val="accent2"/>
              </a:solidFill>
              <a:latin typeface="Calibri" panose="020F0502020204030204" pitchFamily="34" charset="0"/>
            </a:endParaRPr>
          </a:p>
        </p:txBody>
      </p:sp>
      <p:sp>
        <p:nvSpPr>
          <p:cNvPr id="10196" name="OTLSHAPE_TB_00000000000000000000000000000000_ScaleContainer"/>
          <p:cNvSpPr/>
          <p:nvPr>
            <p:custDataLst>
              <p:tags r:id="rId16"/>
            </p:custDataLst>
          </p:nvPr>
        </p:nvSpPr>
        <p:spPr>
          <a:xfrm>
            <a:off x="844465" y="2057400"/>
            <a:ext cx="10515600" cy="381000"/>
          </a:xfrm>
          <a:prstGeom prst="rect">
            <a:avLst/>
          </a:prstGeom>
          <a:gradFill flip="none" rotWithShape="1">
            <a:gsLst>
              <a:gs pos="0">
                <a:srgbClr val="1F497D"/>
              </a:gs>
              <a:gs pos="0">
                <a:srgbClr val="1F497D"/>
              </a:gs>
            </a:gsLst>
            <a:lin ang="5400000" scaled="1"/>
            <a:tileRect/>
          </a:gradFill>
          <a:ln w="12700" cap="flat" cmpd="sng" algn="ctr">
            <a:noFill/>
            <a:prstDash val="solid"/>
            <a:miter lim="800000"/>
          </a:ln>
          <a:effectLst>
            <a:reflection blurRad="6350" stA="50000" endA="300" endPos="55500" dist="50800" dir="5400000" sy="-100000" algn="bl" rotWithShape="0"/>
          </a:effectLst>
          <a:scene3d>
            <a:camera prst="orthographicFront"/>
            <a:lightRig rig="threePt" dir="t">
              <a:rot lat="0" lon="0" rev="8700000"/>
            </a:lightRig>
          </a:scene3d>
          <a:sp3d>
            <a:bevelT w="165100" h="19050"/>
          </a:sp3d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97" name="OTLSHAPE_TB_00000000000000000000000000000000_ElapsedTime" hidden="1"/>
          <p:cNvSpPr/>
          <p:nvPr>
            <p:custDataLst>
              <p:tags r:id="rId17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98" name="OTLSHAPE_TB_00000000000000000000000000000000_TodayMarkerShape" hidden="1"/>
          <p:cNvSpPr/>
          <p:nvPr>
            <p:custDataLst>
              <p:tags r:id="rId18"/>
            </p:custDataLst>
          </p:nvPr>
        </p:nvSpPr>
        <p:spPr>
          <a:xfrm>
            <a:off x="790037" y="2438400"/>
            <a:ext cx="108857" cy="127000"/>
          </a:xfrm>
          <a:prstGeom prst="triangl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199" name="OTLSHAPE_TB_00000000000000000000000000000000_TodayMarkerText" hidden="1"/>
          <p:cNvSpPr txBox="1"/>
          <p:nvPr>
            <p:custDataLst>
              <p:tags r:id="rId19"/>
            </p:custDataLst>
          </p:nvPr>
        </p:nvSpPr>
        <p:spPr>
          <a:xfrm>
            <a:off x="844465" y="2565400"/>
            <a:ext cx="363369" cy="184666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spAutoFit/>
          </a:bodyPr>
          <a:lstStyle/>
          <a:p>
            <a:pPr algn="ctr"/>
            <a:r>
              <a:rPr lang="en-US" sz="1200" smtClean="0">
                <a:solidFill>
                  <a:schemeClr val="dk1"/>
                </a:solidFill>
                <a:latin typeface="Calibri" panose="020F0502020204030204" pitchFamily="34" charset="0"/>
              </a:rPr>
              <a:t>Today</a:t>
            </a:r>
            <a:endParaRPr lang="en-US" sz="1200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10200" name="OTLSHAPE_TB_00000000000000000000000000000000_TimescaleInterval1"/>
          <p:cNvSpPr txBox="1"/>
          <p:nvPr>
            <p:custDataLst>
              <p:tags r:id="rId20"/>
            </p:custDataLst>
          </p:nvPr>
        </p:nvSpPr>
        <p:spPr>
          <a:xfrm>
            <a:off x="907965" y="2154873"/>
            <a:ext cx="341760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200" spc="-14" smtClean="0">
                <a:solidFill>
                  <a:schemeClr val="lt1"/>
                </a:solidFill>
                <a:latin typeface="Calibri" panose="020F0502020204030204" pitchFamily="34" charset="0"/>
              </a:rPr>
              <a:t>Day 1</a:t>
            </a:r>
            <a:endParaRPr lang="en-US" sz="1200" spc="-14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cxnSp>
        <p:nvCxnSpPr>
          <p:cNvPr id="10201" name="OTLSHAPE_TB_00000000000000000000000000000000_Separator1"/>
          <p:cNvCxnSpPr/>
          <p:nvPr>
            <p:custDataLst>
              <p:tags r:id="rId21"/>
            </p:custDataLst>
          </p:nvPr>
        </p:nvCxnSpPr>
        <p:spPr>
          <a:xfrm>
            <a:off x="1719718" y="2120900"/>
            <a:ext cx="0" cy="254000"/>
          </a:xfrm>
          <a:prstGeom prst="line">
            <a:avLst/>
          </a:prstGeom>
          <a:ln w="6350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02" name="OTLSHAPE_TB_00000000000000000000000000000000_TimescaleInterval2"/>
          <p:cNvSpPr txBox="1"/>
          <p:nvPr>
            <p:custDataLst>
              <p:tags r:id="rId22"/>
            </p:custDataLst>
          </p:nvPr>
        </p:nvSpPr>
        <p:spPr>
          <a:xfrm>
            <a:off x="1783221" y="2154873"/>
            <a:ext cx="75470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200" spc="-26" smtClean="0">
                <a:solidFill>
                  <a:schemeClr val="lt1"/>
                </a:solidFill>
                <a:latin typeface="Calibri" panose="020F0502020204030204" pitchFamily="34" charset="0"/>
              </a:rPr>
              <a:t>4</a:t>
            </a:r>
            <a:endParaRPr lang="en-US" sz="1200" spc="-26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cxnSp>
        <p:nvCxnSpPr>
          <p:cNvPr id="10203" name="OTLSHAPE_TB_00000000000000000000000000000000_Separator2"/>
          <p:cNvCxnSpPr/>
          <p:nvPr>
            <p:custDataLst>
              <p:tags r:id="rId23"/>
            </p:custDataLst>
          </p:nvPr>
        </p:nvCxnSpPr>
        <p:spPr>
          <a:xfrm>
            <a:off x="2594974" y="2120900"/>
            <a:ext cx="0" cy="254000"/>
          </a:xfrm>
          <a:prstGeom prst="line">
            <a:avLst/>
          </a:prstGeom>
          <a:ln w="6350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04" name="OTLSHAPE_TB_00000000000000000000000000000000_TimescaleInterval3"/>
          <p:cNvSpPr txBox="1"/>
          <p:nvPr>
            <p:custDataLst>
              <p:tags r:id="rId24"/>
            </p:custDataLst>
          </p:nvPr>
        </p:nvSpPr>
        <p:spPr>
          <a:xfrm>
            <a:off x="2658477" y="2154873"/>
            <a:ext cx="75470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200" spc="-26" smtClean="0">
                <a:solidFill>
                  <a:schemeClr val="lt1"/>
                </a:solidFill>
                <a:latin typeface="Calibri" panose="020F0502020204030204" pitchFamily="34" charset="0"/>
              </a:rPr>
              <a:t>7</a:t>
            </a:r>
            <a:endParaRPr lang="en-US" sz="1200" spc="-26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cxnSp>
        <p:nvCxnSpPr>
          <p:cNvPr id="10205" name="OTLSHAPE_TB_00000000000000000000000000000000_Separator3"/>
          <p:cNvCxnSpPr/>
          <p:nvPr>
            <p:custDataLst>
              <p:tags r:id="rId25"/>
            </p:custDataLst>
          </p:nvPr>
        </p:nvCxnSpPr>
        <p:spPr>
          <a:xfrm>
            <a:off x="3470230" y="2120900"/>
            <a:ext cx="0" cy="254000"/>
          </a:xfrm>
          <a:prstGeom prst="line">
            <a:avLst/>
          </a:prstGeom>
          <a:ln w="6350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06" name="OTLSHAPE_TB_00000000000000000000000000000000_TimescaleInterval4"/>
          <p:cNvSpPr txBox="1"/>
          <p:nvPr>
            <p:custDataLst>
              <p:tags r:id="rId26"/>
            </p:custDataLst>
          </p:nvPr>
        </p:nvSpPr>
        <p:spPr>
          <a:xfrm>
            <a:off x="3533734" y="2154873"/>
            <a:ext cx="150939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200" spc="-26" smtClean="0">
                <a:solidFill>
                  <a:schemeClr val="lt1"/>
                </a:solidFill>
                <a:latin typeface="Calibri" panose="020F0502020204030204" pitchFamily="34" charset="0"/>
              </a:rPr>
              <a:t>10</a:t>
            </a:r>
            <a:endParaRPr lang="en-US" sz="1200" spc="-26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cxnSp>
        <p:nvCxnSpPr>
          <p:cNvPr id="10207" name="OTLSHAPE_TB_00000000000000000000000000000000_Separator4"/>
          <p:cNvCxnSpPr/>
          <p:nvPr>
            <p:custDataLst>
              <p:tags r:id="rId27"/>
            </p:custDataLst>
          </p:nvPr>
        </p:nvCxnSpPr>
        <p:spPr>
          <a:xfrm>
            <a:off x="4345486" y="2120900"/>
            <a:ext cx="0" cy="254000"/>
          </a:xfrm>
          <a:prstGeom prst="line">
            <a:avLst/>
          </a:prstGeom>
          <a:ln w="6350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08" name="OTLSHAPE_TB_00000000000000000000000000000000_TimescaleInterval5"/>
          <p:cNvSpPr txBox="1"/>
          <p:nvPr>
            <p:custDataLst>
              <p:tags r:id="rId28"/>
            </p:custDataLst>
          </p:nvPr>
        </p:nvSpPr>
        <p:spPr>
          <a:xfrm>
            <a:off x="4408989" y="2154873"/>
            <a:ext cx="150939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200" spc="-26" smtClean="0">
                <a:solidFill>
                  <a:schemeClr val="lt1"/>
                </a:solidFill>
                <a:latin typeface="Calibri" panose="020F0502020204030204" pitchFamily="34" charset="0"/>
              </a:rPr>
              <a:t>13</a:t>
            </a:r>
            <a:endParaRPr lang="en-US" sz="1200" spc="-26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cxnSp>
        <p:nvCxnSpPr>
          <p:cNvPr id="10209" name="OTLSHAPE_TB_00000000000000000000000000000000_Separator5"/>
          <p:cNvCxnSpPr/>
          <p:nvPr>
            <p:custDataLst>
              <p:tags r:id="rId29"/>
            </p:custDataLst>
          </p:nvPr>
        </p:nvCxnSpPr>
        <p:spPr>
          <a:xfrm>
            <a:off x="5220742" y="2120900"/>
            <a:ext cx="0" cy="254000"/>
          </a:xfrm>
          <a:prstGeom prst="line">
            <a:avLst/>
          </a:prstGeom>
          <a:ln w="6350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10" name="OTLSHAPE_TB_00000000000000000000000000000000_TimescaleInterval6"/>
          <p:cNvSpPr txBox="1"/>
          <p:nvPr>
            <p:custDataLst>
              <p:tags r:id="rId30"/>
            </p:custDataLst>
          </p:nvPr>
        </p:nvSpPr>
        <p:spPr>
          <a:xfrm>
            <a:off x="5284246" y="2154873"/>
            <a:ext cx="150939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200" spc="-26" smtClean="0">
                <a:solidFill>
                  <a:schemeClr val="lt1"/>
                </a:solidFill>
                <a:latin typeface="Calibri" panose="020F0502020204030204" pitchFamily="34" charset="0"/>
              </a:rPr>
              <a:t>16</a:t>
            </a:r>
            <a:endParaRPr lang="en-US" sz="1200" spc="-26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cxnSp>
        <p:nvCxnSpPr>
          <p:cNvPr id="10211" name="OTLSHAPE_TB_00000000000000000000000000000000_Separator6"/>
          <p:cNvCxnSpPr/>
          <p:nvPr>
            <p:custDataLst>
              <p:tags r:id="rId31"/>
            </p:custDataLst>
          </p:nvPr>
        </p:nvCxnSpPr>
        <p:spPr>
          <a:xfrm>
            <a:off x="6095998" y="2120900"/>
            <a:ext cx="0" cy="254000"/>
          </a:xfrm>
          <a:prstGeom prst="line">
            <a:avLst/>
          </a:prstGeom>
          <a:ln w="6350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12" name="OTLSHAPE_TB_00000000000000000000000000000000_TimescaleInterval7"/>
          <p:cNvSpPr txBox="1"/>
          <p:nvPr>
            <p:custDataLst>
              <p:tags r:id="rId32"/>
            </p:custDataLst>
          </p:nvPr>
        </p:nvSpPr>
        <p:spPr>
          <a:xfrm>
            <a:off x="6159502" y="2154873"/>
            <a:ext cx="150939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200" spc="-26" smtClean="0">
                <a:solidFill>
                  <a:schemeClr val="lt1"/>
                </a:solidFill>
                <a:latin typeface="Calibri" panose="020F0502020204030204" pitchFamily="34" charset="0"/>
              </a:rPr>
              <a:t>19</a:t>
            </a:r>
            <a:endParaRPr lang="en-US" sz="1200" spc="-26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cxnSp>
        <p:nvCxnSpPr>
          <p:cNvPr id="10213" name="OTLSHAPE_TB_00000000000000000000000000000000_Separator7"/>
          <p:cNvCxnSpPr/>
          <p:nvPr>
            <p:custDataLst>
              <p:tags r:id="rId33"/>
            </p:custDataLst>
          </p:nvPr>
        </p:nvCxnSpPr>
        <p:spPr>
          <a:xfrm>
            <a:off x="6971254" y="2120900"/>
            <a:ext cx="0" cy="254000"/>
          </a:xfrm>
          <a:prstGeom prst="line">
            <a:avLst/>
          </a:prstGeom>
          <a:ln w="6350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14" name="OTLSHAPE_TB_00000000000000000000000000000000_TimescaleInterval8"/>
          <p:cNvSpPr txBox="1"/>
          <p:nvPr>
            <p:custDataLst>
              <p:tags r:id="rId34"/>
            </p:custDataLst>
          </p:nvPr>
        </p:nvSpPr>
        <p:spPr>
          <a:xfrm>
            <a:off x="7034757" y="2154873"/>
            <a:ext cx="150939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200" spc="-26" smtClean="0">
                <a:solidFill>
                  <a:schemeClr val="lt1"/>
                </a:solidFill>
                <a:latin typeface="Calibri" panose="020F0502020204030204" pitchFamily="34" charset="0"/>
              </a:rPr>
              <a:t>22</a:t>
            </a:r>
            <a:endParaRPr lang="en-US" sz="1200" spc="-26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cxnSp>
        <p:nvCxnSpPr>
          <p:cNvPr id="10215" name="OTLSHAPE_TB_00000000000000000000000000000000_Separator8"/>
          <p:cNvCxnSpPr/>
          <p:nvPr>
            <p:custDataLst>
              <p:tags r:id="rId35"/>
            </p:custDataLst>
          </p:nvPr>
        </p:nvCxnSpPr>
        <p:spPr>
          <a:xfrm>
            <a:off x="7846510" y="2120900"/>
            <a:ext cx="0" cy="254000"/>
          </a:xfrm>
          <a:prstGeom prst="line">
            <a:avLst/>
          </a:prstGeom>
          <a:ln w="6350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16" name="OTLSHAPE_TB_00000000000000000000000000000000_TimescaleInterval9"/>
          <p:cNvSpPr txBox="1"/>
          <p:nvPr>
            <p:custDataLst>
              <p:tags r:id="rId36"/>
            </p:custDataLst>
          </p:nvPr>
        </p:nvSpPr>
        <p:spPr>
          <a:xfrm>
            <a:off x="7910014" y="2154873"/>
            <a:ext cx="150939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200" spc="-26" smtClean="0">
                <a:solidFill>
                  <a:schemeClr val="lt1"/>
                </a:solidFill>
                <a:latin typeface="Calibri" panose="020F0502020204030204" pitchFamily="34" charset="0"/>
              </a:rPr>
              <a:t>25</a:t>
            </a:r>
            <a:endParaRPr lang="en-US" sz="1200" spc="-26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cxnSp>
        <p:nvCxnSpPr>
          <p:cNvPr id="10217" name="OTLSHAPE_TB_00000000000000000000000000000000_Separator9"/>
          <p:cNvCxnSpPr/>
          <p:nvPr>
            <p:custDataLst>
              <p:tags r:id="rId37"/>
            </p:custDataLst>
          </p:nvPr>
        </p:nvCxnSpPr>
        <p:spPr>
          <a:xfrm>
            <a:off x="8721767" y="2120900"/>
            <a:ext cx="0" cy="254000"/>
          </a:xfrm>
          <a:prstGeom prst="line">
            <a:avLst/>
          </a:prstGeom>
          <a:ln w="6350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18" name="OTLSHAPE_TB_00000000000000000000000000000000_TimescaleInterval10"/>
          <p:cNvSpPr txBox="1"/>
          <p:nvPr>
            <p:custDataLst>
              <p:tags r:id="rId38"/>
            </p:custDataLst>
          </p:nvPr>
        </p:nvSpPr>
        <p:spPr>
          <a:xfrm>
            <a:off x="8785270" y="2154873"/>
            <a:ext cx="150939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200" spc="-26" smtClean="0">
                <a:solidFill>
                  <a:schemeClr val="lt1"/>
                </a:solidFill>
                <a:latin typeface="Calibri" panose="020F0502020204030204" pitchFamily="34" charset="0"/>
              </a:rPr>
              <a:t>28</a:t>
            </a:r>
            <a:endParaRPr lang="en-US" sz="1200" spc="-26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cxnSp>
        <p:nvCxnSpPr>
          <p:cNvPr id="10219" name="OTLSHAPE_TB_00000000000000000000000000000000_Separator10"/>
          <p:cNvCxnSpPr/>
          <p:nvPr>
            <p:custDataLst>
              <p:tags r:id="rId39"/>
            </p:custDataLst>
          </p:nvPr>
        </p:nvCxnSpPr>
        <p:spPr>
          <a:xfrm>
            <a:off x="9597023" y="2120900"/>
            <a:ext cx="0" cy="254000"/>
          </a:xfrm>
          <a:prstGeom prst="line">
            <a:avLst/>
          </a:prstGeom>
          <a:ln w="6350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20" name="OTLSHAPE_TB_00000000000000000000000000000000_TimescaleInterval11"/>
          <p:cNvSpPr txBox="1"/>
          <p:nvPr>
            <p:custDataLst>
              <p:tags r:id="rId40"/>
            </p:custDataLst>
          </p:nvPr>
        </p:nvSpPr>
        <p:spPr>
          <a:xfrm>
            <a:off x="9660526" y="2154873"/>
            <a:ext cx="150939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200" spc="-26" smtClean="0">
                <a:solidFill>
                  <a:schemeClr val="lt1"/>
                </a:solidFill>
                <a:latin typeface="Calibri" panose="020F0502020204030204" pitchFamily="34" charset="0"/>
              </a:rPr>
              <a:t>31</a:t>
            </a:r>
            <a:endParaRPr lang="en-US" sz="1200" spc="-26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cxnSp>
        <p:nvCxnSpPr>
          <p:cNvPr id="10221" name="OTLSHAPE_TB_00000000000000000000000000000000_Separator11"/>
          <p:cNvCxnSpPr/>
          <p:nvPr>
            <p:custDataLst>
              <p:tags r:id="rId41"/>
            </p:custDataLst>
          </p:nvPr>
        </p:nvCxnSpPr>
        <p:spPr>
          <a:xfrm>
            <a:off x="10472279" y="2120900"/>
            <a:ext cx="0" cy="254000"/>
          </a:xfrm>
          <a:prstGeom prst="line">
            <a:avLst/>
          </a:prstGeom>
          <a:ln w="6350" cap="flat" cmpd="sng" algn="ctr">
            <a:solidFill>
              <a:schemeClr val="lt1">
                <a:alpha val="29804"/>
              </a:schemeClr>
            </a:solidFill>
            <a:prstDash val="solid"/>
            <a:miter lim="800000"/>
            <a:headEnd type="none" w="med" len="med"/>
            <a:tailEnd type="none" w="med" len="med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222" name="OTLSHAPE_TB_00000000000000000000000000000000_TimescaleInterval12"/>
          <p:cNvSpPr txBox="1"/>
          <p:nvPr>
            <p:custDataLst>
              <p:tags r:id="rId42"/>
            </p:custDataLst>
          </p:nvPr>
        </p:nvSpPr>
        <p:spPr>
          <a:xfrm>
            <a:off x="10535782" y="2154873"/>
            <a:ext cx="150939" cy="186055"/>
          </a:xfrm>
          <a:prstGeom prst="rect">
            <a:avLst/>
          </a:prstGeom>
          <a:noFill/>
        </p:spPr>
        <p:txBody>
          <a:bodyPr vert="horz" wrap="none" lIns="0" tIns="0" rIns="0" bIns="0" rtlCol="0" anchor="ctr" anchorCtr="0">
            <a:noAutofit/>
          </a:bodyPr>
          <a:lstStyle/>
          <a:p>
            <a:r>
              <a:rPr lang="en-US" sz="1200" spc="-26" smtClean="0">
                <a:solidFill>
                  <a:schemeClr val="lt1"/>
                </a:solidFill>
                <a:latin typeface="Calibri" panose="020F0502020204030204" pitchFamily="34" charset="0"/>
              </a:rPr>
              <a:t>34</a:t>
            </a:r>
            <a:endParaRPr lang="en-US" sz="1200" spc="-26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sp>
        <p:nvSpPr>
          <p:cNvPr id="10235" name="OTLSHAPE_M_ccd9ec8f2afa4259a768f5e413e3b544_Title"/>
          <p:cNvSpPr txBox="1"/>
          <p:nvPr>
            <p:custDataLst>
              <p:tags r:id="rId43"/>
            </p:custDataLst>
          </p:nvPr>
        </p:nvSpPr>
        <p:spPr>
          <a:xfrm>
            <a:off x="1364817" y="1528657"/>
            <a:ext cx="6858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100" b="1" spc="-8" smtClean="0">
                <a:solidFill>
                  <a:schemeClr val="dk1"/>
                </a:solidFill>
                <a:latin typeface="Calibri" panose="020F0502020204030204" pitchFamily="34" charset="0"/>
              </a:rPr>
              <a:t>Milestone 1</a:t>
            </a:r>
            <a:endParaRPr lang="en-US" sz="1100" b="1" spc="-8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10236" name="OTLSHAPE_M_ccd9ec8f2afa4259a768f5e413e3b544_Date"/>
          <p:cNvSpPr txBox="1"/>
          <p:nvPr>
            <p:custDataLst>
              <p:tags r:id="rId44"/>
            </p:custDataLst>
          </p:nvPr>
        </p:nvSpPr>
        <p:spPr>
          <a:xfrm>
            <a:off x="1364817" y="1711875"/>
            <a:ext cx="3683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 spc="-6" smtClean="0">
                <a:solidFill>
                  <a:schemeClr val="dk2"/>
                </a:solidFill>
                <a:latin typeface="Calibri" panose="020F0502020204030204" pitchFamily="34" charset="0"/>
              </a:rPr>
              <a:t>Aug 29</a:t>
            </a:r>
            <a:endParaRPr lang="en-US" sz="1000" spc="-6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10237" name="OTLSHAPE_M_ccd9ec8f2afa4259a768f5e413e3b544_Shape"/>
          <p:cNvSpPr/>
          <p:nvPr>
            <p:custDataLst>
              <p:tags r:id="rId45"/>
            </p:custDataLst>
          </p:nvPr>
        </p:nvSpPr>
        <p:spPr>
          <a:xfrm rot="16200000">
            <a:off x="1167967" y="1615228"/>
            <a:ext cx="165100" cy="165100"/>
          </a:xfrm>
          <a:prstGeom prst="flowChartMerge">
            <a:avLst/>
          </a:prstGeom>
          <a:solidFill>
            <a:srgbClr val="96D642"/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>
            <a:bevelT h="12700"/>
          </a:sp3d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38" name="OTLSHAPE_M_26c928c3e36b4a2d836f0b5f31ef08d2_Title"/>
          <p:cNvSpPr txBox="1"/>
          <p:nvPr>
            <p:custDataLst>
              <p:tags r:id="rId46"/>
            </p:custDataLst>
          </p:nvPr>
        </p:nvSpPr>
        <p:spPr>
          <a:xfrm>
            <a:off x="3115329" y="999913"/>
            <a:ext cx="7239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100" b="1" spc="-8" smtClean="0">
                <a:solidFill>
                  <a:schemeClr val="dk1"/>
                </a:solidFill>
                <a:latin typeface="Calibri" panose="020F0502020204030204" pitchFamily="34" charset="0"/>
              </a:rPr>
              <a:t>Milestone  2</a:t>
            </a:r>
            <a:endParaRPr lang="en-US" sz="1100" b="1" spc="-8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10239" name="OTLSHAPE_M_26c928c3e36b4a2d836f0b5f31ef08d2_Date"/>
          <p:cNvSpPr txBox="1"/>
          <p:nvPr>
            <p:custDataLst>
              <p:tags r:id="rId47"/>
            </p:custDataLst>
          </p:nvPr>
        </p:nvSpPr>
        <p:spPr>
          <a:xfrm>
            <a:off x="3115329" y="1183132"/>
            <a:ext cx="2921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 spc="-6" smtClean="0">
                <a:solidFill>
                  <a:schemeClr val="dk2"/>
                </a:solidFill>
                <a:latin typeface="Calibri" panose="020F0502020204030204" pitchFamily="34" charset="0"/>
              </a:rPr>
              <a:t>Sep 4</a:t>
            </a:r>
            <a:endParaRPr lang="en-US" sz="1000" spc="-6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10240" name="OTLSHAPE_M_26c928c3e36b4a2d836f0b5f31ef08d2_Shape"/>
          <p:cNvSpPr/>
          <p:nvPr>
            <p:custDataLst>
              <p:tags r:id="rId48"/>
            </p:custDataLst>
          </p:nvPr>
        </p:nvSpPr>
        <p:spPr>
          <a:xfrm rot="16200000">
            <a:off x="2918479" y="1086485"/>
            <a:ext cx="165100" cy="165100"/>
          </a:xfrm>
          <a:prstGeom prst="flowChartMerge">
            <a:avLst/>
          </a:prstGeom>
          <a:solidFill>
            <a:srgbClr val="96D642"/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>
            <a:bevelT h="12700"/>
          </a:sp3d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41" name="OTLSHAPE_M_e58fe382ac9c4fba9888eb94f5ce08f8_Title"/>
          <p:cNvSpPr txBox="1"/>
          <p:nvPr>
            <p:custDataLst>
              <p:tags r:id="rId49"/>
            </p:custDataLst>
          </p:nvPr>
        </p:nvSpPr>
        <p:spPr>
          <a:xfrm>
            <a:off x="3413138" y="1528657"/>
            <a:ext cx="6858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100" b="1" spc="-8" smtClean="0">
                <a:solidFill>
                  <a:schemeClr val="dk1"/>
                </a:solidFill>
                <a:latin typeface="Calibri" panose="020F0502020204030204" pitchFamily="34" charset="0"/>
              </a:rPr>
              <a:t>Milestone 3</a:t>
            </a:r>
            <a:endParaRPr lang="en-US" sz="1100" b="1" spc="-8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10242" name="OTLSHAPE_M_e58fe382ac9c4fba9888eb94f5ce08f8_Date"/>
          <p:cNvSpPr txBox="1"/>
          <p:nvPr>
            <p:custDataLst>
              <p:tags r:id="rId50"/>
            </p:custDataLst>
          </p:nvPr>
        </p:nvSpPr>
        <p:spPr>
          <a:xfrm>
            <a:off x="3614962" y="1711875"/>
            <a:ext cx="2921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00" spc="-6" smtClean="0">
                <a:solidFill>
                  <a:schemeClr val="dk2"/>
                </a:solidFill>
                <a:latin typeface="Calibri" panose="020F0502020204030204" pitchFamily="34" charset="0"/>
              </a:rPr>
              <a:t>Sep 7</a:t>
            </a:r>
            <a:endParaRPr lang="en-US" sz="1000" spc="-6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10243" name="OTLSHAPE_M_e58fe382ac9c4fba9888eb94f5ce08f8_Shape"/>
          <p:cNvSpPr/>
          <p:nvPr>
            <p:custDataLst>
              <p:tags r:id="rId51"/>
            </p:custDataLst>
          </p:nvPr>
        </p:nvSpPr>
        <p:spPr>
          <a:xfrm>
            <a:off x="3647685" y="1866900"/>
            <a:ext cx="228600" cy="254000"/>
          </a:xfrm>
          <a:prstGeom prst="downArrow">
            <a:avLst/>
          </a:prstGeom>
          <a:solidFill>
            <a:srgbClr val="B20E12"/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>
            <a:bevelT h="12700"/>
          </a:sp3d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44" name="OTLSHAPE_M_5aa040aafb6e411192439c8d00bcd6df_Title"/>
          <p:cNvSpPr txBox="1"/>
          <p:nvPr>
            <p:custDataLst>
              <p:tags r:id="rId52"/>
            </p:custDataLst>
          </p:nvPr>
        </p:nvSpPr>
        <p:spPr>
          <a:xfrm>
            <a:off x="6622410" y="1528657"/>
            <a:ext cx="6858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100" b="1" spc="-8" smtClean="0">
                <a:solidFill>
                  <a:schemeClr val="dk1"/>
                </a:solidFill>
                <a:latin typeface="Calibri" panose="020F0502020204030204" pitchFamily="34" charset="0"/>
              </a:rPr>
              <a:t>Milestone 4</a:t>
            </a:r>
            <a:endParaRPr lang="en-US" sz="1100" b="1" spc="-8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10245" name="OTLSHAPE_M_5aa040aafb6e411192439c8d00bcd6df_Date"/>
          <p:cNvSpPr txBox="1"/>
          <p:nvPr>
            <p:custDataLst>
              <p:tags r:id="rId53"/>
            </p:custDataLst>
          </p:nvPr>
        </p:nvSpPr>
        <p:spPr>
          <a:xfrm>
            <a:off x="6792040" y="1711875"/>
            <a:ext cx="3556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00" spc="-6" smtClean="0">
                <a:solidFill>
                  <a:schemeClr val="dk2"/>
                </a:solidFill>
                <a:latin typeface="Calibri" panose="020F0502020204030204" pitchFamily="34" charset="0"/>
              </a:rPr>
              <a:t>Sep 18</a:t>
            </a:r>
            <a:endParaRPr lang="en-US" sz="1000" spc="-6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10246" name="OTLSHAPE_M_5aa040aafb6e411192439c8d00bcd6df_Shape"/>
          <p:cNvSpPr/>
          <p:nvPr>
            <p:custDataLst>
              <p:tags r:id="rId54"/>
            </p:custDataLst>
          </p:nvPr>
        </p:nvSpPr>
        <p:spPr>
          <a:xfrm>
            <a:off x="6856957" y="1866900"/>
            <a:ext cx="228600" cy="254000"/>
          </a:xfrm>
          <a:prstGeom prst="downArrow">
            <a:avLst/>
          </a:prstGeom>
          <a:solidFill>
            <a:srgbClr val="96D642"/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>
            <a:bevelT h="12700"/>
          </a:sp3d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47" name="OTLSHAPE_M_deee0f4a173645f180acd79a9a375677_Title"/>
          <p:cNvSpPr txBox="1"/>
          <p:nvPr>
            <p:custDataLst>
              <p:tags r:id="rId55"/>
            </p:custDataLst>
          </p:nvPr>
        </p:nvSpPr>
        <p:spPr>
          <a:xfrm>
            <a:off x="10998690" y="1528657"/>
            <a:ext cx="6858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100" b="1" spc="-8" smtClean="0">
                <a:solidFill>
                  <a:schemeClr val="dk1"/>
                </a:solidFill>
                <a:latin typeface="Calibri" panose="020F0502020204030204" pitchFamily="34" charset="0"/>
              </a:rPr>
              <a:t>Milestone 5</a:t>
            </a:r>
            <a:endParaRPr lang="en-US" sz="1100" b="1" spc="-8">
              <a:solidFill>
                <a:schemeClr val="dk1"/>
              </a:solidFill>
              <a:latin typeface="Calibri" panose="020F0502020204030204" pitchFamily="34" charset="0"/>
            </a:endParaRPr>
          </a:p>
        </p:txBody>
      </p:sp>
      <p:sp>
        <p:nvSpPr>
          <p:cNvPr id="10248" name="OTLSHAPE_M_deee0f4a173645f180acd79a9a375677_Date"/>
          <p:cNvSpPr txBox="1"/>
          <p:nvPr>
            <p:custDataLst>
              <p:tags r:id="rId56"/>
            </p:custDataLst>
          </p:nvPr>
        </p:nvSpPr>
        <p:spPr>
          <a:xfrm>
            <a:off x="11204473" y="1711875"/>
            <a:ext cx="2794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00" spc="-6" smtClean="0">
                <a:solidFill>
                  <a:schemeClr val="dk2"/>
                </a:solidFill>
                <a:latin typeface="Calibri" panose="020F0502020204030204" pitchFamily="34" charset="0"/>
              </a:rPr>
              <a:t>Oct 3</a:t>
            </a:r>
            <a:endParaRPr lang="en-US" sz="1000" spc="-6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10249" name="OTLSHAPE_M_deee0f4a173645f180acd79a9a375677_Shape"/>
          <p:cNvSpPr/>
          <p:nvPr>
            <p:custDataLst>
              <p:tags r:id="rId57"/>
            </p:custDataLst>
          </p:nvPr>
        </p:nvSpPr>
        <p:spPr>
          <a:xfrm>
            <a:off x="11233238" y="1866900"/>
            <a:ext cx="228600" cy="254000"/>
          </a:xfrm>
          <a:prstGeom prst="star5">
            <a:avLst>
              <a:gd name="adj" fmla="val 25000"/>
              <a:gd name="hf" fmla="val 105146"/>
              <a:gd name="vf" fmla="val 110557"/>
            </a:avLst>
          </a:prstGeom>
          <a:solidFill>
            <a:srgbClr val="B20E12"/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threePt" dir="t"/>
          </a:scene3d>
          <a:sp3d>
            <a:bevelT h="12700"/>
          </a:sp3d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50" name="OTLSHAPE_T_3a68715404b5435ab4a487ba7219617a_Shape"/>
          <p:cNvSpPr/>
          <p:nvPr>
            <p:custDataLst>
              <p:tags r:id="rId58"/>
            </p:custDataLst>
          </p:nvPr>
        </p:nvSpPr>
        <p:spPr>
          <a:xfrm>
            <a:off x="2303225" y="2648521"/>
            <a:ext cx="4381500" cy="203200"/>
          </a:xfrm>
          <a:prstGeom prst="leftRightArrow">
            <a:avLst>
              <a:gd name="adj1" fmla="val 75000"/>
              <a:gd name="adj2" fmla="val 50000"/>
            </a:avLst>
          </a:prstGeom>
          <a:solidFill>
            <a:srgbClr val="95222E"/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51" name="OTLSHAPE_T_3a68715404b5435ab4a487ba7219617a_ShapePercentage" hidden="1"/>
          <p:cNvSpPr/>
          <p:nvPr>
            <p:custDataLst>
              <p:tags r:id="rId59"/>
            </p:custDataLst>
          </p:nvPr>
        </p:nvSpPr>
        <p:spPr>
          <a:xfrm>
            <a:off x="2303225" y="2648521"/>
            <a:ext cx="0" cy="0"/>
          </a:xfrm>
          <a:prstGeom prst="leftRightArrow">
            <a:avLst>
              <a:gd name="adj1" fmla="val 75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52" name="OTLSHAPE_T_3a68715404b5435ab4a487ba7219617a_TextPercentage" hidden="1"/>
          <p:cNvSpPr txBox="1"/>
          <p:nvPr>
            <p:custDataLst>
              <p:tags r:id="rId60"/>
            </p:custDataLst>
          </p:nvPr>
        </p:nvSpPr>
        <p:spPr>
          <a:xfrm>
            <a:off x="0" y="2641600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chemeClr val="accent2"/>
              </a:solidFill>
              <a:latin typeface="Calibri" panose="020F0502020204030204" pitchFamily="34" charset="0"/>
            </a:endParaRPr>
          </a:p>
        </p:txBody>
      </p:sp>
      <p:sp>
        <p:nvSpPr>
          <p:cNvPr id="10253" name="OTLSHAPE_T_3a68715404b5435ab4a487ba7219617a_JoinedDate" hidden="1"/>
          <p:cNvSpPr txBox="1"/>
          <p:nvPr>
            <p:custDataLst>
              <p:tags r:id="rId61"/>
            </p:custDataLst>
          </p:nvPr>
        </p:nvSpPr>
        <p:spPr>
          <a:xfrm>
            <a:off x="0" y="2641600"/>
            <a:ext cx="5207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 smtClean="0">
                <a:solidFill>
                  <a:schemeClr val="dk2"/>
                </a:solidFill>
                <a:latin typeface="Calibri" panose="020F0502020204030204" pitchFamily="34" charset="0"/>
              </a:rPr>
              <a:t>9/3 - 9/17</a:t>
            </a:r>
            <a:endParaRPr lang="en-US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10254" name="OTLSHAPE_T_3a68715404b5435ab4a487ba7219617a_StartDate" hidden="1"/>
          <p:cNvSpPr txBox="1"/>
          <p:nvPr>
            <p:custDataLst>
              <p:tags r:id="rId62"/>
            </p:custDataLst>
          </p:nvPr>
        </p:nvSpPr>
        <p:spPr>
          <a:xfrm>
            <a:off x="0" y="2796625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10255" name="OTLSHAPE_T_3a68715404b5435ab4a487ba7219617a_EndDate" hidden="1"/>
          <p:cNvSpPr txBox="1"/>
          <p:nvPr>
            <p:custDataLst>
              <p:tags r:id="rId63"/>
            </p:custDataLst>
          </p:nvPr>
        </p:nvSpPr>
        <p:spPr>
          <a:xfrm>
            <a:off x="0" y="2796625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10256" name="OTLSHAPE_T_3a68715404b5435ab4a487ba7219617a_Duration"/>
          <p:cNvSpPr txBox="1"/>
          <p:nvPr>
            <p:custDataLst>
              <p:tags r:id="rId64"/>
            </p:custDataLst>
          </p:nvPr>
        </p:nvSpPr>
        <p:spPr>
          <a:xfrm>
            <a:off x="4238741" y="2649347"/>
            <a:ext cx="508000" cy="20154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300" spc="-16" smtClean="0">
                <a:solidFill>
                  <a:schemeClr val="lt1"/>
                </a:solidFill>
                <a:latin typeface="Calibri" panose="020F0502020204030204" pitchFamily="34" charset="0"/>
              </a:rPr>
              <a:t>10 days</a:t>
            </a:r>
            <a:endParaRPr lang="en-US" sz="1300" spc="-16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sp>
        <p:nvSpPr>
          <p:cNvPr id="10257" name="OTLSHAPE_T_3a68715404b5435ab4a487ba7219617a_Title"/>
          <p:cNvSpPr txBox="1"/>
          <p:nvPr>
            <p:custDataLst>
              <p:tags r:id="rId65"/>
            </p:custDataLst>
          </p:nvPr>
        </p:nvSpPr>
        <p:spPr>
          <a:xfrm>
            <a:off x="127000" y="2641600"/>
            <a:ext cx="571500" cy="217043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400" b="1" spc="-14" smtClean="0">
                <a:solidFill>
                  <a:srgbClr val="B20E12"/>
                </a:solidFill>
                <a:latin typeface="Calibri" panose="020F0502020204030204" pitchFamily="34" charset="0"/>
              </a:rPr>
              <a:t>Phase 1</a:t>
            </a:r>
            <a:endParaRPr lang="en-US" sz="1400" b="1" spc="-14">
              <a:solidFill>
                <a:srgbClr val="B20E12"/>
              </a:solidFill>
              <a:latin typeface="Calibri" panose="020F0502020204030204" pitchFamily="34" charset="0"/>
            </a:endParaRPr>
          </a:p>
        </p:txBody>
      </p:sp>
      <p:sp>
        <p:nvSpPr>
          <p:cNvPr id="10258" name="OTLSHAPE_T_48541c08b8264880b5f5e24c9c19489c_Shape"/>
          <p:cNvSpPr/>
          <p:nvPr>
            <p:custDataLst>
              <p:tags r:id="rId66"/>
            </p:custDataLst>
          </p:nvPr>
        </p:nvSpPr>
        <p:spPr>
          <a:xfrm>
            <a:off x="2303225" y="2937637"/>
            <a:ext cx="584200" cy="139531"/>
          </a:xfrm>
          <a:prstGeom prst="homePlate">
            <a:avLst/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59" name="OTLSHAPE_T_48541c08b8264880b5f5e24c9c19489c_ShapePercentage" hidden="1"/>
          <p:cNvSpPr/>
          <p:nvPr>
            <p:custDataLst>
              <p:tags r:id="rId67"/>
            </p:custDataLst>
          </p:nvPr>
        </p:nvSpPr>
        <p:spPr>
          <a:xfrm>
            <a:off x="2303225" y="2937637"/>
            <a:ext cx="0" cy="0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60" name="OTLSHAPE_T_48541c08b8264880b5f5e24c9c19489c_TextPercentage" hidden="1"/>
          <p:cNvSpPr txBox="1"/>
          <p:nvPr>
            <p:custDataLst>
              <p:tags r:id="rId68"/>
            </p:custDataLst>
          </p:nvPr>
        </p:nvSpPr>
        <p:spPr>
          <a:xfrm>
            <a:off x="0" y="2922143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chemeClr val="accent2"/>
              </a:solidFill>
              <a:latin typeface="Calibri" panose="020F0502020204030204" pitchFamily="34" charset="0"/>
            </a:endParaRPr>
          </a:p>
        </p:txBody>
      </p:sp>
      <p:sp>
        <p:nvSpPr>
          <p:cNvPr id="10261" name="OTLSHAPE_T_48541c08b8264880b5f5e24c9c19489c_JoinedDate" hidden="1"/>
          <p:cNvSpPr txBox="1"/>
          <p:nvPr>
            <p:custDataLst>
              <p:tags r:id="rId69"/>
            </p:custDataLst>
          </p:nvPr>
        </p:nvSpPr>
        <p:spPr>
          <a:xfrm>
            <a:off x="0" y="2922143"/>
            <a:ext cx="4572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 smtClean="0">
                <a:solidFill>
                  <a:schemeClr val="dk2"/>
                </a:solidFill>
                <a:latin typeface="Calibri" panose="020F0502020204030204" pitchFamily="34" charset="0"/>
              </a:rPr>
              <a:t>9/3 - 9/4</a:t>
            </a:r>
            <a:endParaRPr lang="en-US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10262" name="OTLSHAPE_T_48541c08b8264880b5f5e24c9c19489c_StartDate" hidden="1"/>
          <p:cNvSpPr txBox="1"/>
          <p:nvPr>
            <p:custDataLst>
              <p:tags r:id="rId70"/>
            </p:custDataLst>
          </p:nvPr>
        </p:nvSpPr>
        <p:spPr>
          <a:xfrm>
            <a:off x="0" y="3077168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10263" name="OTLSHAPE_T_48541c08b8264880b5f5e24c9c19489c_EndDate" hidden="1"/>
          <p:cNvSpPr txBox="1"/>
          <p:nvPr>
            <p:custDataLst>
              <p:tags r:id="rId71"/>
            </p:custDataLst>
          </p:nvPr>
        </p:nvSpPr>
        <p:spPr>
          <a:xfrm>
            <a:off x="0" y="3077168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10264" name="OTLSHAPE_T_48541c08b8264880b5f5e24c9c19489c_Duration"/>
          <p:cNvSpPr txBox="1"/>
          <p:nvPr>
            <p:custDataLst>
              <p:tags r:id="rId72"/>
            </p:custDataLst>
          </p:nvPr>
        </p:nvSpPr>
        <p:spPr>
          <a:xfrm>
            <a:off x="2470898" y="2937637"/>
            <a:ext cx="254000" cy="139531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900" spc="-2" smtClean="0">
                <a:solidFill>
                  <a:schemeClr val="lt1"/>
                </a:solidFill>
                <a:latin typeface="Calibri" panose="020F0502020204030204" pitchFamily="34" charset="0"/>
              </a:rPr>
              <a:t>1 day</a:t>
            </a:r>
            <a:endParaRPr lang="en-US" sz="900" spc="-2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sp>
        <p:nvSpPr>
          <p:cNvPr id="10265" name="OTLSHAPE_T_48541c08b8264880b5f5e24c9c19489c_Title"/>
          <p:cNvSpPr txBox="1"/>
          <p:nvPr>
            <p:custDataLst>
              <p:tags r:id="rId73"/>
            </p:custDataLst>
          </p:nvPr>
        </p:nvSpPr>
        <p:spPr>
          <a:xfrm>
            <a:off x="127000" y="2922143"/>
            <a:ext cx="5969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100" spc="-6" smtClean="0">
                <a:solidFill>
                  <a:srgbClr val="B20E12"/>
                </a:solidFill>
                <a:latin typeface="Calibri" panose="020F0502020204030204" pitchFamily="34" charset="0"/>
              </a:rPr>
              <a:t>Sub-task 1</a:t>
            </a:r>
            <a:endParaRPr lang="en-US" sz="1100" spc="-6">
              <a:solidFill>
                <a:srgbClr val="B20E12"/>
              </a:solidFill>
              <a:latin typeface="Calibri" panose="020F0502020204030204" pitchFamily="34" charset="0"/>
            </a:endParaRPr>
          </a:p>
        </p:txBody>
      </p:sp>
      <p:sp>
        <p:nvSpPr>
          <p:cNvPr id="10266" name="OTLSHAPE_T_59ca60aa1ba948a79516fa0118865308_Shape"/>
          <p:cNvSpPr/>
          <p:nvPr>
            <p:custDataLst>
              <p:tags r:id="rId74"/>
            </p:custDataLst>
          </p:nvPr>
        </p:nvSpPr>
        <p:spPr>
          <a:xfrm>
            <a:off x="2886729" y="3125809"/>
            <a:ext cx="1460500" cy="155025"/>
          </a:xfrm>
          <a:prstGeom prst="homePlate">
            <a:avLst/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67" name="OTLSHAPE_T_59ca60aa1ba948a79516fa0118865308_ShapePercentage" hidden="1"/>
          <p:cNvSpPr/>
          <p:nvPr>
            <p:custDataLst>
              <p:tags r:id="rId75"/>
            </p:custDataLst>
          </p:nvPr>
        </p:nvSpPr>
        <p:spPr>
          <a:xfrm>
            <a:off x="2886729" y="3125809"/>
            <a:ext cx="0" cy="0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68" name="OTLSHAPE_T_59ca60aa1ba948a79516fa0118865308_TextPercentage" hidden="1"/>
          <p:cNvSpPr txBox="1"/>
          <p:nvPr>
            <p:custDataLst>
              <p:tags r:id="rId76"/>
            </p:custDataLst>
          </p:nvPr>
        </p:nvSpPr>
        <p:spPr>
          <a:xfrm>
            <a:off x="0" y="3118062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chemeClr val="accent2"/>
              </a:solidFill>
              <a:latin typeface="Calibri" panose="020F0502020204030204" pitchFamily="34" charset="0"/>
            </a:endParaRPr>
          </a:p>
        </p:txBody>
      </p:sp>
      <p:sp>
        <p:nvSpPr>
          <p:cNvPr id="10269" name="OTLSHAPE_T_59ca60aa1ba948a79516fa0118865308_JoinedDate" hidden="1"/>
          <p:cNvSpPr txBox="1"/>
          <p:nvPr>
            <p:custDataLst>
              <p:tags r:id="rId77"/>
            </p:custDataLst>
          </p:nvPr>
        </p:nvSpPr>
        <p:spPr>
          <a:xfrm>
            <a:off x="0" y="3118062"/>
            <a:ext cx="4572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 smtClean="0">
                <a:solidFill>
                  <a:schemeClr val="dk2"/>
                </a:solidFill>
                <a:latin typeface="Calibri" panose="020F0502020204030204" pitchFamily="34" charset="0"/>
              </a:rPr>
              <a:t>9/5 - 9/9</a:t>
            </a:r>
            <a:endParaRPr lang="en-US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10270" name="OTLSHAPE_T_59ca60aa1ba948a79516fa0118865308_StartDate" hidden="1"/>
          <p:cNvSpPr txBox="1"/>
          <p:nvPr>
            <p:custDataLst>
              <p:tags r:id="rId78"/>
            </p:custDataLst>
          </p:nvPr>
        </p:nvSpPr>
        <p:spPr>
          <a:xfrm>
            <a:off x="0" y="3273086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10271" name="OTLSHAPE_T_59ca60aa1ba948a79516fa0118865308_EndDate" hidden="1"/>
          <p:cNvSpPr txBox="1"/>
          <p:nvPr>
            <p:custDataLst>
              <p:tags r:id="rId79"/>
            </p:custDataLst>
          </p:nvPr>
        </p:nvSpPr>
        <p:spPr>
          <a:xfrm>
            <a:off x="0" y="3273086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10272" name="OTLSHAPE_T_59ca60aa1ba948a79516fa0118865308_Duration"/>
          <p:cNvSpPr txBox="1"/>
          <p:nvPr>
            <p:custDataLst>
              <p:tags r:id="rId80"/>
            </p:custDataLst>
          </p:nvPr>
        </p:nvSpPr>
        <p:spPr>
          <a:xfrm>
            <a:off x="3453994" y="3125809"/>
            <a:ext cx="3302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00" spc="-8" smtClean="0">
                <a:solidFill>
                  <a:schemeClr val="lt1"/>
                </a:solidFill>
                <a:latin typeface="Calibri" panose="020F0502020204030204" pitchFamily="34" charset="0"/>
              </a:rPr>
              <a:t>4 days</a:t>
            </a:r>
            <a:endParaRPr lang="en-US" sz="1000" spc="-8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sp>
        <p:nvSpPr>
          <p:cNvPr id="10273" name="OTLSHAPE_T_59ca60aa1ba948a79516fa0118865308_Title"/>
          <p:cNvSpPr txBox="1"/>
          <p:nvPr>
            <p:custDataLst>
              <p:tags r:id="rId81"/>
            </p:custDataLst>
          </p:nvPr>
        </p:nvSpPr>
        <p:spPr>
          <a:xfrm>
            <a:off x="127000" y="3118062"/>
            <a:ext cx="5969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100" spc="-6" smtClean="0">
                <a:solidFill>
                  <a:srgbClr val="B20E12"/>
                </a:solidFill>
                <a:latin typeface="Calibri" panose="020F0502020204030204" pitchFamily="34" charset="0"/>
              </a:rPr>
              <a:t>Sub-task 2</a:t>
            </a:r>
            <a:endParaRPr lang="en-US" sz="1100" spc="-6">
              <a:solidFill>
                <a:srgbClr val="B20E12"/>
              </a:solidFill>
              <a:latin typeface="Calibri" panose="020F0502020204030204" pitchFamily="34" charset="0"/>
            </a:endParaRPr>
          </a:p>
        </p:txBody>
      </p:sp>
      <p:sp>
        <p:nvSpPr>
          <p:cNvPr id="10274" name="OTLSHAPE_T_78be7d9108184754b05589e65c41c421_Shape"/>
          <p:cNvSpPr/>
          <p:nvPr>
            <p:custDataLst>
              <p:tags r:id="rId82"/>
            </p:custDataLst>
          </p:nvPr>
        </p:nvSpPr>
        <p:spPr>
          <a:xfrm>
            <a:off x="4345489" y="3321727"/>
            <a:ext cx="2044700" cy="155025"/>
          </a:xfrm>
          <a:prstGeom prst="chevron">
            <a:avLst/>
          </a:prstGeom>
          <a:solidFill>
            <a:srgbClr val="C00000"/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275" name="OTLSHAPE_T_78be7d9108184754b05589e65c41c421_ShapePercentage" hidden="1"/>
          <p:cNvSpPr/>
          <p:nvPr>
            <p:custDataLst>
              <p:tags r:id="rId83"/>
            </p:custDataLst>
          </p:nvPr>
        </p:nvSpPr>
        <p:spPr>
          <a:xfrm>
            <a:off x="4345489" y="3321727"/>
            <a:ext cx="0" cy="0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276" name="OTLSHAPE_T_78be7d9108184754b05589e65c41c421_TextPercentage" hidden="1"/>
          <p:cNvSpPr txBox="1"/>
          <p:nvPr>
            <p:custDataLst>
              <p:tags r:id="rId84"/>
            </p:custDataLst>
          </p:nvPr>
        </p:nvSpPr>
        <p:spPr>
          <a:xfrm>
            <a:off x="0" y="3313980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chemeClr val="accent2"/>
              </a:solidFill>
              <a:latin typeface="Calibri" panose="020F0502020204030204" pitchFamily="34" charset="0"/>
            </a:endParaRPr>
          </a:p>
        </p:txBody>
      </p:sp>
      <p:sp>
        <p:nvSpPr>
          <p:cNvPr id="10277" name="OTLSHAPE_T_78be7d9108184754b05589e65c41c421_JoinedDate" hidden="1"/>
          <p:cNvSpPr txBox="1"/>
          <p:nvPr>
            <p:custDataLst>
              <p:tags r:id="rId85"/>
            </p:custDataLst>
          </p:nvPr>
        </p:nvSpPr>
        <p:spPr>
          <a:xfrm>
            <a:off x="0" y="3313980"/>
            <a:ext cx="5842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 smtClean="0">
                <a:solidFill>
                  <a:schemeClr val="dk2"/>
                </a:solidFill>
                <a:latin typeface="Calibri" panose="020F0502020204030204" pitchFamily="34" charset="0"/>
              </a:rPr>
              <a:t>9/10 - 9/16</a:t>
            </a:r>
            <a:endParaRPr lang="en-US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10278" name="OTLSHAPE_T_78be7d9108184754b05589e65c41c421_StartDate" hidden="1"/>
          <p:cNvSpPr txBox="1"/>
          <p:nvPr>
            <p:custDataLst>
              <p:tags r:id="rId86"/>
            </p:custDataLst>
          </p:nvPr>
        </p:nvSpPr>
        <p:spPr>
          <a:xfrm>
            <a:off x="0" y="3469005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10279" name="OTLSHAPE_T_78be7d9108184754b05589e65c41c421_EndDate" hidden="1"/>
          <p:cNvSpPr txBox="1"/>
          <p:nvPr>
            <p:custDataLst>
              <p:tags r:id="rId87"/>
            </p:custDataLst>
          </p:nvPr>
        </p:nvSpPr>
        <p:spPr>
          <a:xfrm>
            <a:off x="0" y="3469005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10280" name="OTLSHAPE_T_78be7d9108184754b05589e65c41c421_Duration"/>
          <p:cNvSpPr txBox="1"/>
          <p:nvPr>
            <p:custDataLst>
              <p:tags r:id="rId88"/>
            </p:custDataLst>
          </p:nvPr>
        </p:nvSpPr>
        <p:spPr>
          <a:xfrm>
            <a:off x="5204506" y="3321727"/>
            <a:ext cx="3302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00" spc="-8" smtClean="0">
                <a:solidFill>
                  <a:schemeClr val="lt1"/>
                </a:solidFill>
                <a:latin typeface="Calibri" panose="020F0502020204030204" pitchFamily="34" charset="0"/>
              </a:rPr>
              <a:t>5 days</a:t>
            </a:r>
            <a:endParaRPr lang="en-US" sz="1000" spc="-8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sp>
        <p:nvSpPr>
          <p:cNvPr id="10281" name="OTLSHAPE_T_78be7d9108184754b05589e65c41c421_Title"/>
          <p:cNvSpPr txBox="1"/>
          <p:nvPr>
            <p:custDataLst>
              <p:tags r:id="rId89"/>
            </p:custDataLst>
          </p:nvPr>
        </p:nvSpPr>
        <p:spPr>
          <a:xfrm>
            <a:off x="127000" y="3313980"/>
            <a:ext cx="5969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100" spc="-6" smtClean="0">
                <a:solidFill>
                  <a:srgbClr val="C00000"/>
                </a:solidFill>
                <a:latin typeface="Calibri" panose="020F0502020204030204" pitchFamily="34" charset="0"/>
              </a:rPr>
              <a:t>Sub-task 3</a:t>
            </a:r>
            <a:endParaRPr lang="en-US" sz="1100" spc="-6">
              <a:solidFill>
                <a:srgbClr val="C00000"/>
              </a:solidFill>
              <a:latin typeface="Calibri" panose="020F0502020204030204" pitchFamily="34" charset="0"/>
            </a:endParaRPr>
          </a:p>
        </p:txBody>
      </p:sp>
      <p:sp>
        <p:nvSpPr>
          <p:cNvPr id="10282" name="OTLSHAPE_T_836c357db4084b50807ddd27b87cbdc3_Shape"/>
          <p:cNvSpPr/>
          <p:nvPr>
            <p:custDataLst>
              <p:tags r:id="rId90"/>
            </p:custDataLst>
          </p:nvPr>
        </p:nvSpPr>
        <p:spPr>
          <a:xfrm>
            <a:off x="6387754" y="3509899"/>
            <a:ext cx="292100" cy="203200"/>
          </a:xfrm>
          <a:prstGeom prst="rightArrow">
            <a:avLst>
              <a:gd name="adj1" fmla="val 75000"/>
              <a:gd name="adj2" fmla="val 50000"/>
            </a:avLst>
          </a:prstGeom>
          <a:solidFill>
            <a:srgbClr val="CC0000"/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83" name="OTLSHAPE_T_836c357db4084b50807ddd27b87cbdc3_ShapePercentage" hidden="1"/>
          <p:cNvSpPr/>
          <p:nvPr>
            <p:custDataLst>
              <p:tags r:id="rId91"/>
            </p:custDataLst>
          </p:nvPr>
        </p:nvSpPr>
        <p:spPr>
          <a:xfrm>
            <a:off x="6387754" y="3509899"/>
            <a:ext cx="0" cy="0"/>
          </a:xfrm>
          <a:prstGeom prst="rightArrow">
            <a:avLst>
              <a:gd name="adj1" fmla="val 75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84" name="OTLSHAPE_T_836c357db4084b50807ddd27b87cbdc3_TextPercentage" hidden="1"/>
          <p:cNvSpPr txBox="1"/>
          <p:nvPr>
            <p:custDataLst>
              <p:tags r:id="rId92"/>
            </p:custDataLst>
          </p:nvPr>
        </p:nvSpPr>
        <p:spPr>
          <a:xfrm>
            <a:off x="0" y="3509899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chemeClr val="accent2"/>
              </a:solidFill>
              <a:latin typeface="Calibri" panose="020F0502020204030204" pitchFamily="34" charset="0"/>
            </a:endParaRPr>
          </a:p>
        </p:txBody>
      </p:sp>
      <p:sp>
        <p:nvSpPr>
          <p:cNvPr id="10285" name="OTLSHAPE_T_836c357db4084b50807ddd27b87cbdc3_JoinedDate" hidden="1"/>
          <p:cNvSpPr txBox="1"/>
          <p:nvPr>
            <p:custDataLst>
              <p:tags r:id="rId93"/>
            </p:custDataLst>
          </p:nvPr>
        </p:nvSpPr>
        <p:spPr>
          <a:xfrm>
            <a:off x="0" y="3509899"/>
            <a:ext cx="2540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 smtClean="0">
                <a:solidFill>
                  <a:schemeClr val="dk2"/>
                </a:solidFill>
                <a:latin typeface="Calibri" panose="020F0502020204030204" pitchFamily="34" charset="0"/>
              </a:rPr>
              <a:t>9/17</a:t>
            </a:r>
            <a:endParaRPr lang="en-US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10286" name="OTLSHAPE_T_836c357db4084b50807ddd27b87cbdc3_StartDate" hidden="1"/>
          <p:cNvSpPr txBox="1"/>
          <p:nvPr>
            <p:custDataLst>
              <p:tags r:id="rId94"/>
            </p:custDataLst>
          </p:nvPr>
        </p:nvSpPr>
        <p:spPr>
          <a:xfrm>
            <a:off x="0" y="3664924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10287" name="OTLSHAPE_T_836c357db4084b50807ddd27b87cbdc3_EndDate" hidden="1"/>
          <p:cNvSpPr txBox="1"/>
          <p:nvPr>
            <p:custDataLst>
              <p:tags r:id="rId95"/>
            </p:custDataLst>
          </p:nvPr>
        </p:nvSpPr>
        <p:spPr>
          <a:xfrm>
            <a:off x="0" y="3664924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10288" name="OTLSHAPE_T_836c357db4084b50807ddd27b87cbdc3_Duration"/>
          <p:cNvSpPr txBox="1"/>
          <p:nvPr>
            <p:custDataLst>
              <p:tags r:id="rId96"/>
            </p:custDataLst>
          </p:nvPr>
        </p:nvSpPr>
        <p:spPr>
          <a:xfrm>
            <a:off x="6012723" y="3533987"/>
            <a:ext cx="3302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00" spc="-8" smtClean="0">
                <a:solidFill>
                  <a:srgbClr val="B20E12"/>
                </a:solidFill>
                <a:latin typeface="Calibri" panose="020F0502020204030204" pitchFamily="34" charset="0"/>
              </a:rPr>
              <a:t>0 days</a:t>
            </a:r>
            <a:endParaRPr lang="en-US" sz="1000" spc="-8">
              <a:solidFill>
                <a:srgbClr val="B20E12"/>
              </a:solidFill>
              <a:latin typeface="Calibri" panose="020F0502020204030204" pitchFamily="34" charset="0"/>
            </a:endParaRPr>
          </a:p>
        </p:txBody>
      </p:sp>
      <p:sp>
        <p:nvSpPr>
          <p:cNvPr id="10289" name="OTLSHAPE_T_836c357db4084b50807ddd27b87cbdc3_Title"/>
          <p:cNvSpPr txBox="1"/>
          <p:nvPr>
            <p:custDataLst>
              <p:tags r:id="rId97"/>
            </p:custDataLst>
          </p:nvPr>
        </p:nvSpPr>
        <p:spPr>
          <a:xfrm>
            <a:off x="127000" y="3526240"/>
            <a:ext cx="14605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100" spc="-6" smtClean="0">
                <a:solidFill>
                  <a:srgbClr val="C00000"/>
                </a:solidFill>
                <a:latin typeface="Calibri" panose="020F0502020204030204" pitchFamily="34" charset="0"/>
              </a:rPr>
              <a:t>Sub-task 4 - zero duration</a:t>
            </a:r>
            <a:endParaRPr lang="en-US" sz="1100" spc="-6">
              <a:solidFill>
                <a:srgbClr val="C00000"/>
              </a:solidFill>
              <a:latin typeface="Calibri" panose="020F0502020204030204" pitchFamily="34" charset="0"/>
            </a:endParaRPr>
          </a:p>
        </p:txBody>
      </p:sp>
      <p:sp>
        <p:nvSpPr>
          <p:cNvPr id="10290" name="OTLSHAPE_T_57f5429952d14bf49102a5a5faf30e1a_Shape"/>
          <p:cNvSpPr/>
          <p:nvPr>
            <p:custDataLst>
              <p:tags r:id="rId98"/>
            </p:custDataLst>
          </p:nvPr>
        </p:nvSpPr>
        <p:spPr>
          <a:xfrm>
            <a:off x="6679505" y="3847021"/>
            <a:ext cx="4673600" cy="203200"/>
          </a:xfrm>
          <a:prstGeom prst="leftRightArrow">
            <a:avLst>
              <a:gd name="adj1" fmla="val 75000"/>
              <a:gd name="adj2" fmla="val 50000"/>
            </a:avLst>
          </a:prstGeom>
          <a:solidFill>
            <a:srgbClr val="1E6598"/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91" name="OTLSHAPE_T_57f5429952d14bf49102a5a5faf30e1a_ShapePercentage" hidden="1"/>
          <p:cNvSpPr/>
          <p:nvPr>
            <p:custDataLst>
              <p:tags r:id="rId99"/>
            </p:custDataLst>
          </p:nvPr>
        </p:nvSpPr>
        <p:spPr>
          <a:xfrm>
            <a:off x="6679505" y="3847021"/>
            <a:ext cx="0" cy="0"/>
          </a:xfrm>
          <a:prstGeom prst="leftRightArrow">
            <a:avLst>
              <a:gd name="adj1" fmla="val 75000"/>
              <a:gd name="adj2" fmla="val 50000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292" name="OTLSHAPE_T_57f5429952d14bf49102a5a5faf30e1a_TextPercentage" hidden="1"/>
          <p:cNvSpPr txBox="1"/>
          <p:nvPr>
            <p:custDataLst>
              <p:tags r:id="rId100"/>
            </p:custDataLst>
          </p:nvPr>
        </p:nvSpPr>
        <p:spPr>
          <a:xfrm>
            <a:off x="0" y="3840099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chemeClr val="accent2"/>
              </a:solidFill>
              <a:latin typeface="Calibri" panose="020F0502020204030204" pitchFamily="34" charset="0"/>
            </a:endParaRPr>
          </a:p>
        </p:txBody>
      </p:sp>
      <p:sp>
        <p:nvSpPr>
          <p:cNvPr id="10293" name="OTLSHAPE_T_57f5429952d14bf49102a5a5faf30e1a_JoinedDate" hidden="1"/>
          <p:cNvSpPr txBox="1"/>
          <p:nvPr>
            <p:custDataLst>
              <p:tags r:id="rId101"/>
            </p:custDataLst>
          </p:nvPr>
        </p:nvSpPr>
        <p:spPr>
          <a:xfrm>
            <a:off x="0" y="3840099"/>
            <a:ext cx="5842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 smtClean="0">
                <a:solidFill>
                  <a:schemeClr val="dk2"/>
                </a:solidFill>
                <a:latin typeface="Calibri" panose="020F0502020204030204" pitchFamily="34" charset="0"/>
              </a:rPr>
              <a:t>9/18 - 10/3</a:t>
            </a:r>
            <a:endParaRPr lang="en-US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10294" name="OTLSHAPE_T_57f5429952d14bf49102a5a5faf30e1a_StartDate" hidden="1"/>
          <p:cNvSpPr txBox="1"/>
          <p:nvPr>
            <p:custDataLst>
              <p:tags r:id="rId102"/>
            </p:custDataLst>
          </p:nvPr>
        </p:nvSpPr>
        <p:spPr>
          <a:xfrm>
            <a:off x="0" y="3995124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10295" name="OTLSHAPE_T_57f5429952d14bf49102a5a5faf30e1a_EndDate" hidden="1"/>
          <p:cNvSpPr txBox="1"/>
          <p:nvPr>
            <p:custDataLst>
              <p:tags r:id="rId103"/>
            </p:custDataLst>
          </p:nvPr>
        </p:nvSpPr>
        <p:spPr>
          <a:xfrm>
            <a:off x="0" y="3995124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10296" name="OTLSHAPE_T_57f5429952d14bf49102a5a5faf30e1a_Duration"/>
          <p:cNvSpPr txBox="1"/>
          <p:nvPr>
            <p:custDataLst>
              <p:tags r:id="rId104"/>
            </p:custDataLst>
          </p:nvPr>
        </p:nvSpPr>
        <p:spPr>
          <a:xfrm>
            <a:off x="8760898" y="3847846"/>
            <a:ext cx="508000" cy="20154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300" spc="-16" smtClean="0">
                <a:solidFill>
                  <a:schemeClr val="lt1"/>
                </a:solidFill>
                <a:latin typeface="Calibri" panose="020F0502020204030204" pitchFamily="34" charset="0"/>
              </a:rPr>
              <a:t>12 days</a:t>
            </a:r>
            <a:endParaRPr lang="en-US" sz="1300" spc="-16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sp>
        <p:nvSpPr>
          <p:cNvPr id="10297" name="OTLSHAPE_T_57f5429952d14bf49102a5a5faf30e1a_Title"/>
          <p:cNvSpPr txBox="1"/>
          <p:nvPr>
            <p:custDataLst>
              <p:tags r:id="rId105"/>
            </p:custDataLst>
          </p:nvPr>
        </p:nvSpPr>
        <p:spPr>
          <a:xfrm>
            <a:off x="127000" y="3840099"/>
            <a:ext cx="571500" cy="217043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400" b="1" spc="-14" smtClean="0">
                <a:solidFill>
                  <a:srgbClr val="1E6598"/>
                </a:solidFill>
                <a:latin typeface="Calibri" panose="020F0502020204030204" pitchFamily="34" charset="0"/>
              </a:rPr>
              <a:t>Phase 2</a:t>
            </a:r>
            <a:endParaRPr lang="en-US" sz="1400" b="1" spc="-14">
              <a:solidFill>
                <a:srgbClr val="1E6598"/>
              </a:solidFill>
              <a:latin typeface="Calibri" panose="020F0502020204030204" pitchFamily="34" charset="0"/>
            </a:endParaRPr>
          </a:p>
        </p:txBody>
      </p:sp>
      <p:sp>
        <p:nvSpPr>
          <p:cNvPr id="10298" name="OTLSHAPE_T_b0ce345f5e2e422f9154b35d4c1d61d1_Shape"/>
          <p:cNvSpPr/>
          <p:nvPr>
            <p:custDataLst>
              <p:tags r:id="rId106"/>
            </p:custDataLst>
          </p:nvPr>
        </p:nvSpPr>
        <p:spPr>
          <a:xfrm>
            <a:off x="6679505" y="4090289"/>
            <a:ext cx="1752600" cy="155025"/>
          </a:xfrm>
          <a:prstGeom prst="chevron">
            <a:avLst/>
          </a:prstGeom>
          <a:solidFill>
            <a:srgbClr val="2683C6"/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299" name="OTLSHAPE_T_b0ce345f5e2e422f9154b35d4c1d61d1_ShapePercentage" hidden="1"/>
          <p:cNvSpPr/>
          <p:nvPr>
            <p:custDataLst>
              <p:tags r:id="rId107"/>
            </p:custDataLst>
          </p:nvPr>
        </p:nvSpPr>
        <p:spPr>
          <a:xfrm>
            <a:off x="6679505" y="4090289"/>
            <a:ext cx="0" cy="0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300" name="OTLSHAPE_T_b0ce345f5e2e422f9154b35d4c1d61d1_TextPercentage" hidden="1"/>
          <p:cNvSpPr txBox="1"/>
          <p:nvPr>
            <p:custDataLst>
              <p:tags r:id="rId108"/>
            </p:custDataLst>
          </p:nvPr>
        </p:nvSpPr>
        <p:spPr>
          <a:xfrm>
            <a:off x="0" y="4082542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chemeClr val="accent2"/>
              </a:solidFill>
              <a:latin typeface="Calibri" panose="020F0502020204030204" pitchFamily="34" charset="0"/>
            </a:endParaRPr>
          </a:p>
        </p:txBody>
      </p:sp>
      <p:sp>
        <p:nvSpPr>
          <p:cNvPr id="10301" name="OTLSHAPE_T_b0ce345f5e2e422f9154b35d4c1d61d1_JoinedDate" hidden="1"/>
          <p:cNvSpPr txBox="1"/>
          <p:nvPr>
            <p:custDataLst>
              <p:tags r:id="rId109"/>
            </p:custDataLst>
          </p:nvPr>
        </p:nvSpPr>
        <p:spPr>
          <a:xfrm>
            <a:off x="0" y="4082542"/>
            <a:ext cx="5842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 smtClean="0">
                <a:solidFill>
                  <a:schemeClr val="dk2"/>
                </a:solidFill>
                <a:latin typeface="Calibri" panose="020F0502020204030204" pitchFamily="34" charset="0"/>
              </a:rPr>
              <a:t>9/18 - 9/23</a:t>
            </a:r>
            <a:endParaRPr lang="en-US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10302" name="OTLSHAPE_T_b0ce345f5e2e422f9154b35d4c1d61d1_StartDate" hidden="1"/>
          <p:cNvSpPr txBox="1"/>
          <p:nvPr>
            <p:custDataLst>
              <p:tags r:id="rId110"/>
            </p:custDataLst>
          </p:nvPr>
        </p:nvSpPr>
        <p:spPr>
          <a:xfrm>
            <a:off x="0" y="4237567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10303" name="OTLSHAPE_T_b0ce345f5e2e422f9154b35d4c1d61d1_EndDate" hidden="1"/>
          <p:cNvSpPr txBox="1"/>
          <p:nvPr>
            <p:custDataLst>
              <p:tags r:id="rId111"/>
            </p:custDataLst>
          </p:nvPr>
        </p:nvSpPr>
        <p:spPr>
          <a:xfrm>
            <a:off x="0" y="4237567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10304" name="OTLSHAPE_T_b0ce345f5e2e422f9154b35d4c1d61d1_Duration"/>
          <p:cNvSpPr txBox="1"/>
          <p:nvPr>
            <p:custDataLst>
              <p:tags r:id="rId112"/>
            </p:custDataLst>
          </p:nvPr>
        </p:nvSpPr>
        <p:spPr>
          <a:xfrm>
            <a:off x="7392646" y="4090289"/>
            <a:ext cx="3302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00" spc="-8" smtClean="0">
                <a:solidFill>
                  <a:schemeClr val="lt1"/>
                </a:solidFill>
                <a:latin typeface="Calibri" panose="020F0502020204030204" pitchFamily="34" charset="0"/>
              </a:rPr>
              <a:t>5 days</a:t>
            </a:r>
            <a:endParaRPr lang="en-US" sz="1000" spc="-8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sp>
        <p:nvSpPr>
          <p:cNvPr id="10305" name="OTLSHAPE_T_b0ce345f5e2e422f9154b35d4c1d61d1_Title"/>
          <p:cNvSpPr txBox="1"/>
          <p:nvPr>
            <p:custDataLst>
              <p:tags r:id="rId113"/>
            </p:custDataLst>
          </p:nvPr>
        </p:nvSpPr>
        <p:spPr>
          <a:xfrm>
            <a:off x="127000" y="4082542"/>
            <a:ext cx="5969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100" spc="-6" smtClean="0">
                <a:solidFill>
                  <a:srgbClr val="0070C0"/>
                </a:solidFill>
                <a:latin typeface="Calibri" panose="020F0502020204030204" pitchFamily="34" charset="0"/>
              </a:rPr>
              <a:t>Sub-task 1</a:t>
            </a:r>
            <a:endParaRPr lang="en-US" sz="1100" spc="-6">
              <a:solidFill>
                <a:srgbClr val="0070C0"/>
              </a:solidFill>
              <a:latin typeface="Calibri" panose="020F0502020204030204" pitchFamily="34" charset="0"/>
            </a:endParaRPr>
          </a:p>
        </p:txBody>
      </p:sp>
      <p:sp>
        <p:nvSpPr>
          <p:cNvPr id="10306" name="OTLSHAPE_T_d480600ded4042c48ee5e80e5b71a336_Shape"/>
          <p:cNvSpPr/>
          <p:nvPr>
            <p:custDataLst>
              <p:tags r:id="rId114"/>
            </p:custDataLst>
          </p:nvPr>
        </p:nvSpPr>
        <p:spPr>
          <a:xfrm>
            <a:off x="8430018" y="4286208"/>
            <a:ext cx="876300" cy="155025"/>
          </a:xfrm>
          <a:prstGeom prst="homePlate">
            <a:avLst/>
          </a:prstGeom>
          <a:solidFill>
            <a:srgbClr val="2683C6"/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07" name="OTLSHAPE_T_d480600ded4042c48ee5e80e5b71a336_ShapePercentage" hidden="1"/>
          <p:cNvSpPr/>
          <p:nvPr>
            <p:custDataLst>
              <p:tags r:id="rId115"/>
            </p:custDataLst>
          </p:nvPr>
        </p:nvSpPr>
        <p:spPr>
          <a:xfrm>
            <a:off x="8430018" y="4286208"/>
            <a:ext cx="0" cy="0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08" name="OTLSHAPE_T_d480600ded4042c48ee5e80e5b71a336_TextPercentage" hidden="1"/>
          <p:cNvSpPr txBox="1"/>
          <p:nvPr>
            <p:custDataLst>
              <p:tags r:id="rId116"/>
            </p:custDataLst>
          </p:nvPr>
        </p:nvSpPr>
        <p:spPr>
          <a:xfrm>
            <a:off x="0" y="4278461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chemeClr val="accent2"/>
              </a:solidFill>
              <a:latin typeface="Calibri" panose="020F0502020204030204" pitchFamily="34" charset="0"/>
            </a:endParaRPr>
          </a:p>
        </p:txBody>
      </p:sp>
      <p:sp>
        <p:nvSpPr>
          <p:cNvPr id="10309" name="OTLSHAPE_T_d480600ded4042c48ee5e80e5b71a336_JoinedDate" hidden="1"/>
          <p:cNvSpPr txBox="1"/>
          <p:nvPr>
            <p:custDataLst>
              <p:tags r:id="rId117"/>
            </p:custDataLst>
          </p:nvPr>
        </p:nvSpPr>
        <p:spPr>
          <a:xfrm>
            <a:off x="0" y="4278461"/>
            <a:ext cx="5842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 smtClean="0">
                <a:solidFill>
                  <a:schemeClr val="dk2"/>
                </a:solidFill>
                <a:latin typeface="Calibri" panose="020F0502020204030204" pitchFamily="34" charset="0"/>
              </a:rPr>
              <a:t>9/24 - 9/26</a:t>
            </a:r>
            <a:endParaRPr lang="en-US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10310" name="OTLSHAPE_T_d480600ded4042c48ee5e80e5b71a336_StartDate" hidden="1"/>
          <p:cNvSpPr txBox="1"/>
          <p:nvPr>
            <p:custDataLst>
              <p:tags r:id="rId118"/>
            </p:custDataLst>
          </p:nvPr>
        </p:nvSpPr>
        <p:spPr>
          <a:xfrm>
            <a:off x="0" y="4433485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10311" name="OTLSHAPE_T_d480600ded4042c48ee5e80e5b71a336_EndDate" hidden="1"/>
          <p:cNvSpPr txBox="1"/>
          <p:nvPr>
            <p:custDataLst>
              <p:tags r:id="rId119"/>
            </p:custDataLst>
          </p:nvPr>
        </p:nvSpPr>
        <p:spPr>
          <a:xfrm>
            <a:off x="0" y="4433485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10312" name="OTLSHAPE_T_d480600ded4042c48ee5e80e5b71a336_Duration"/>
          <p:cNvSpPr txBox="1"/>
          <p:nvPr>
            <p:custDataLst>
              <p:tags r:id="rId120"/>
            </p:custDataLst>
          </p:nvPr>
        </p:nvSpPr>
        <p:spPr>
          <a:xfrm>
            <a:off x="8705531" y="4286208"/>
            <a:ext cx="3302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00" spc="-8" smtClean="0">
                <a:solidFill>
                  <a:schemeClr val="lt1"/>
                </a:solidFill>
                <a:latin typeface="Calibri" panose="020F0502020204030204" pitchFamily="34" charset="0"/>
              </a:rPr>
              <a:t>2 days</a:t>
            </a:r>
            <a:endParaRPr lang="en-US" sz="1000" spc="-8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sp>
        <p:nvSpPr>
          <p:cNvPr id="10313" name="OTLSHAPE_T_d480600ded4042c48ee5e80e5b71a336_Title"/>
          <p:cNvSpPr txBox="1"/>
          <p:nvPr>
            <p:custDataLst>
              <p:tags r:id="rId121"/>
            </p:custDataLst>
          </p:nvPr>
        </p:nvSpPr>
        <p:spPr>
          <a:xfrm>
            <a:off x="127000" y="4278461"/>
            <a:ext cx="5969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100" spc="-6" smtClean="0">
                <a:solidFill>
                  <a:srgbClr val="0070C0"/>
                </a:solidFill>
                <a:latin typeface="Calibri" panose="020F0502020204030204" pitchFamily="34" charset="0"/>
              </a:rPr>
              <a:t>Sub-task 2</a:t>
            </a:r>
            <a:endParaRPr lang="en-US" sz="1100" spc="-6">
              <a:solidFill>
                <a:srgbClr val="0070C0"/>
              </a:solidFill>
              <a:latin typeface="Calibri" panose="020F0502020204030204" pitchFamily="34" charset="0"/>
            </a:endParaRPr>
          </a:p>
        </p:txBody>
      </p:sp>
      <p:sp>
        <p:nvSpPr>
          <p:cNvPr id="10314" name="OTLSHAPE_T_2f8fa4073845497c985961879fe02bd9_Shape"/>
          <p:cNvSpPr/>
          <p:nvPr>
            <p:custDataLst>
              <p:tags r:id="rId122"/>
            </p:custDataLst>
          </p:nvPr>
        </p:nvSpPr>
        <p:spPr>
          <a:xfrm>
            <a:off x="9305274" y="4482126"/>
            <a:ext cx="2044700" cy="155025"/>
          </a:xfrm>
          <a:prstGeom prst="chevron">
            <a:avLst/>
          </a:prstGeom>
          <a:solidFill>
            <a:srgbClr val="2683C6"/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315" name="OTLSHAPE_T_2f8fa4073845497c985961879fe02bd9_ShapePercentage" hidden="1"/>
          <p:cNvSpPr/>
          <p:nvPr>
            <p:custDataLst>
              <p:tags r:id="rId123"/>
            </p:custDataLst>
          </p:nvPr>
        </p:nvSpPr>
        <p:spPr>
          <a:xfrm>
            <a:off x="9305274" y="4482126"/>
            <a:ext cx="0" cy="0"/>
          </a:xfrm>
          <a:prstGeom prst="chevron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0316" name="OTLSHAPE_T_2f8fa4073845497c985961879fe02bd9_TextPercentage" hidden="1"/>
          <p:cNvSpPr txBox="1"/>
          <p:nvPr>
            <p:custDataLst>
              <p:tags r:id="rId124"/>
            </p:custDataLst>
          </p:nvPr>
        </p:nvSpPr>
        <p:spPr>
          <a:xfrm>
            <a:off x="0" y="4474379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chemeClr val="accent2"/>
              </a:solidFill>
              <a:latin typeface="Calibri" panose="020F0502020204030204" pitchFamily="34" charset="0"/>
            </a:endParaRPr>
          </a:p>
        </p:txBody>
      </p:sp>
      <p:sp>
        <p:nvSpPr>
          <p:cNvPr id="10317" name="OTLSHAPE_T_2f8fa4073845497c985961879fe02bd9_JoinedDate" hidden="1"/>
          <p:cNvSpPr txBox="1"/>
          <p:nvPr>
            <p:custDataLst>
              <p:tags r:id="rId125"/>
            </p:custDataLst>
          </p:nvPr>
        </p:nvSpPr>
        <p:spPr>
          <a:xfrm>
            <a:off x="0" y="4474379"/>
            <a:ext cx="5842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 smtClean="0">
                <a:solidFill>
                  <a:schemeClr val="dk2"/>
                </a:solidFill>
                <a:latin typeface="Calibri" panose="020F0502020204030204" pitchFamily="34" charset="0"/>
              </a:rPr>
              <a:t>9/27 - 10/3</a:t>
            </a:r>
            <a:endParaRPr lang="en-US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10318" name="OTLSHAPE_T_2f8fa4073845497c985961879fe02bd9_StartDate" hidden="1"/>
          <p:cNvSpPr txBox="1"/>
          <p:nvPr>
            <p:custDataLst>
              <p:tags r:id="rId126"/>
            </p:custDataLst>
          </p:nvPr>
        </p:nvSpPr>
        <p:spPr>
          <a:xfrm>
            <a:off x="0" y="4629404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10319" name="OTLSHAPE_T_2f8fa4073845497c985961879fe02bd9_EndDate" hidden="1"/>
          <p:cNvSpPr txBox="1"/>
          <p:nvPr>
            <p:custDataLst>
              <p:tags r:id="rId127"/>
            </p:custDataLst>
          </p:nvPr>
        </p:nvSpPr>
        <p:spPr>
          <a:xfrm>
            <a:off x="0" y="4629404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10320" name="OTLSHAPE_T_2f8fa4073845497c985961879fe02bd9_Duration"/>
          <p:cNvSpPr txBox="1"/>
          <p:nvPr>
            <p:custDataLst>
              <p:tags r:id="rId128"/>
            </p:custDataLst>
          </p:nvPr>
        </p:nvSpPr>
        <p:spPr>
          <a:xfrm>
            <a:off x="10164290" y="4482126"/>
            <a:ext cx="3302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00" spc="-8" smtClean="0">
                <a:solidFill>
                  <a:schemeClr val="lt1"/>
                </a:solidFill>
                <a:latin typeface="Calibri" panose="020F0502020204030204" pitchFamily="34" charset="0"/>
              </a:rPr>
              <a:t>5 days</a:t>
            </a:r>
            <a:endParaRPr lang="en-US" sz="1000" spc="-8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sp>
        <p:nvSpPr>
          <p:cNvPr id="10321" name="OTLSHAPE_T_2f8fa4073845497c985961879fe02bd9_Title"/>
          <p:cNvSpPr txBox="1"/>
          <p:nvPr>
            <p:custDataLst>
              <p:tags r:id="rId129"/>
            </p:custDataLst>
          </p:nvPr>
        </p:nvSpPr>
        <p:spPr>
          <a:xfrm>
            <a:off x="127000" y="4474379"/>
            <a:ext cx="5969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100" spc="-6" smtClean="0">
                <a:solidFill>
                  <a:srgbClr val="0070C0"/>
                </a:solidFill>
                <a:latin typeface="Calibri" panose="020F0502020204030204" pitchFamily="34" charset="0"/>
              </a:rPr>
              <a:t>Sub-task 3</a:t>
            </a:r>
            <a:endParaRPr lang="en-US" sz="1100" spc="-6">
              <a:solidFill>
                <a:srgbClr val="0070C0"/>
              </a:solidFill>
              <a:latin typeface="Calibri" panose="020F0502020204030204" pitchFamily="34" charset="0"/>
            </a:endParaRPr>
          </a:p>
        </p:txBody>
      </p:sp>
      <p:sp>
        <p:nvSpPr>
          <p:cNvPr id="10322" name="OTLSHAPE_T_452ffbff643449bf898b842030269d79_Shape"/>
          <p:cNvSpPr/>
          <p:nvPr>
            <p:custDataLst>
              <p:tags r:id="rId130"/>
            </p:custDataLst>
          </p:nvPr>
        </p:nvSpPr>
        <p:spPr>
          <a:xfrm>
            <a:off x="9305274" y="4678045"/>
            <a:ext cx="1752600" cy="155025"/>
          </a:xfrm>
          <a:prstGeom prst="homePlate">
            <a:avLst/>
          </a:prstGeom>
          <a:solidFill>
            <a:srgbClr val="2683C6"/>
          </a:solidFill>
          <a:ln w="12700" cap="flat" cmpd="sng" algn="ctr">
            <a:noFill/>
            <a:prstDash val="solid"/>
            <a:miter lim="800000"/>
          </a:ln>
          <a:effectLst/>
          <a:scene3d>
            <a:camera prst="orthographicFront"/>
            <a:lightRig rig="balanced" dir="t">
              <a:rot lat="0" lon="0" rev="8700000"/>
            </a:lightRig>
          </a:scene3d>
          <a:sp3d>
            <a:bevelT w="165100" h="12700"/>
          </a:sp3d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>
                    <a:scrgbClr r="0" g="0" b="0">
                      <a:alpha val="50000"/>
                    </a:scrgbClr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23" name="OTLSHAPE_T_452ffbff643449bf898b842030269d79_ShapePercentage" hidden="1"/>
          <p:cNvSpPr/>
          <p:nvPr>
            <p:custDataLst>
              <p:tags r:id="rId131"/>
            </p:custDataLst>
          </p:nvPr>
        </p:nvSpPr>
        <p:spPr>
          <a:xfrm>
            <a:off x="9305274" y="4678045"/>
            <a:ext cx="0" cy="0"/>
          </a:xfrm>
          <a:prstGeom prst="homePlat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324" name="OTLSHAPE_T_452ffbff643449bf898b842030269d79_TextPercentage" hidden="1"/>
          <p:cNvSpPr txBox="1"/>
          <p:nvPr>
            <p:custDataLst>
              <p:tags r:id="rId132"/>
            </p:custDataLst>
          </p:nvPr>
        </p:nvSpPr>
        <p:spPr>
          <a:xfrm>
            <a:off x="0" y="4670298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chemeClr val="accent2"/>
              </a:solidFill>
              <a:latin typeface="Calibri" panose="020F0502020204030204" pitchFamily="34" charset="0"/>
            </a:endParaRPr>
          </a:p>
        </p:txBody>
      </p:sp>
      <p:sp>
        <p:nvSpPr>
          <p:cNvPr id="10325" name="OTLSHAPE_T_452ffbff643449bf898b842030269d79_JoinedDate" hidden="1"/>
          <p:cNvSpPr txBox="1"/>
          <p:nvPr>
            <p:custDataLst>
              <p:tags r:id="rId133"/>
            </p:custDataLst>
          </p:nvPr>
        </p:nvSpPr>
        <p:spPr>
          <a:xfrm>
            <a:off x="0" y="4670298"/>
            <a:ext cx="5842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000" smtClean="0">
                <a:solidFill>
                  <a:schemeClr val="dk2"/>
                </a:solidFill>
                <a:latin typeface="Calibri" panose="020F0502020204030204" pitchFamily="34" charset="0"/>
              </a:rPr>
              <a:t>9/27 - 10/2</a:t>
            </a:r>
            <a:endParaRPr lang="en-US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10326" name="OTLSHAPE_T_452ffbff643449bf898b842030269d79_StartDate" hidden="1"/>
          <p:cNvSpPr txBox="1"/>
          <p:nvPr>
            <p:custDataLst>
              <p:tags r:id="rId134"/>
            </p:custDataLst>
          </p:nvPr>
        </p:nvSpPr>
        <p:spPr>
          <a:xfrm>
            <a:off x="0" y="4825323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10327" name="OTLSHAPE_T_452ffbff643449bf898b842030269d79_EndDate" hidden="1"/>
          <p:cNvSpPr txBox="1"/>
          <p:nvPr>
            <p:custDataLst>
              <p:tags r:id="rId135"/>
            </p:custDataLst>
          </p:nvPr>
        </p:nvSpPr>
        <p:spPr>
          <a:xfrm>
            <a:off x="0" y="4825323"/>
            <a:ext cx="0" cy="153888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endParaRPr lang="en-US" sz="1000">
              <a:solidFill>
                <a:schemeClr val="dk2"/>
              </a:solidFill>
              <a:latin typeface="Calibri" panose="020F0502020204030204" pitchFamily="34" charset="0"/>
            </a:endParaRPr>
          </a:p>
        </p:txBody>
      </p:sp>
      <p:sp>
        <p:nvSpPr>
          <p:cNvPr id="10328" name="OTLSHAPE_T_452ffbff643449bf898b842030269d79_Duration"/>
          <p:cNvSpPr txBox="1"/>
          <p:nvPr>
            <p:custDataLst>
              <p:tags r:id="rId136"/>
            </p:custDataLst>
          </p:nvPr>
        </p:nvSpPr>
        <p:spPr>
          <a:xfrm>
            <a:off x="10018415" y="4678045"/>
            <a:ext cx="330200" cy="155025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pPr algn="ctr"/>
            <a:r>
              <a:rPr lang="en-US" sz="1000" spc="-8" smtClean="0">
                <a:solidFill>
                  <a:schemeClr val="lt1"/>
                </a:solidFill>
                <a:latin typeface="Calibri" panose="020F0502020204030204" pitchFamily="34" charset="0"/>
              </a:rPr>
              <a:t>4 days</a:t>
            </a:r>
            <a:endParaRPr lang="en-US" sz="1000" spc="-8">
              <a:solidFill>
                <a:schemeClr val="lt1"/>
              </a:solidFill>
              <a:latin typeface="Calibri" panose="020F0502020204030204" pitchFamily="34" charset="0"/>
            </a:endParaRPr>
          </a:p>
        </p:txBody>
      </p:sp>
      <p:sp>
        <p:nvSpPr>
          <p:cNvPr id="10329" name="OTLSHAPE_T_452ffbff643449bf898b842030269d79_Title"/>
          <p:cNvSpPr txBox="1"/>
          <p:nvPr>
            <p:custDataLst>
              <p:tags r:id="rId137"/>
            </p:custDataLst>
          </p:nvPr>
        </p:nvSpPr>
        <p:spPr>
          <a:xfrm>
            <a:off x="127000" y="4670298"/>
            <a:ext cx="596900" cy="170519"/>
          </a:xfrm>
          <a:prstGeom prst="rect">
            <a:avLst/>
          </a:prstGeom>
          <a:noFill/>
        </p:spPr>
        <p:txBody>
          <a:bodyPr vert="horz" wrap="square" lIns="0" tIns="0" rIns="0" bIns="0" rtlCol="0" anchor="ctr" anchorCtr="0">
            <a:spAutoFit/>
          </a:bodyPr>
          <a:lstStyle/>
          <a:p>
            <a:r>
              <a:rPr lang="en-US" sz="1100" spc="-6" smtClean="0">
                <a:solidFill>
                  <a:srgbClr val="0070C0"/>
                </a:solidFill>
                <a:latin typeface="Calibri" panose="020F0502020204030204" pitchFamily="34" charset="0"/>
              </a:rPr>
              <a:t>Sub-task 4</a:t>
            </a:r>
            <a:endParaRPr lang="en-US" sz="1100" spc="-6">
              <a:solidFill>
                <a:srgbClr val="0070C0"/>
              </a:solidFill>
              <a:latin typeface="Calibri" panose="020F0502020204030204" pitchFamily="34" charset="0"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557275"/>
          </a:xfrm>
        </p:spPr>
        <p:txBody>
          <a:bodyPr>
            <a:normAutofit fontScale="90000"/>
          </a:bodyPr>
          <a:lstStyle/>
          <a:p>
            <a:endParaRPr lang="en-US" dirty="0"/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100949653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RIGINALOTLDOMUPGRADED" val="{&quot;$id&quot;:&quot;1&quot;,&quot;RenderingOptions&quot;:{&quot;$id&quot;:&quot;2&quot;,&quot;MilestonesOverlappingHandlingOptions&quot;:2,&quot;TasksWithTitlesLongerThanTheTaskShapeDetected&quot;:false},&quot;RenderingMap&quot;:{&quot;$id&quot;:&quot;3&quot;,&quot;Milestones&quot;:[{&quot;$id&quot;:&quot;4&quot;,&quot;MilestoneId&quot;:&quot;deee0f4a-1736-45f1-80ac-d79a9a375677&quot;,&quot;TitleShapeName&quot;:&quot;TextBox 9308&quot;,&quot;DateShapeName&quot;:&quot;TextBox 9312&quot;,&quot;MarkerShapeName&quot;:&quot;5-Point Star 9305&quot;,&quot;ConnectorShapeName&quot;:&quot;Straight Connector 9316&quot;},{&quot;$id&quot;:&quot;5&quot;,&quot;MilestoneId&quot;:&quot;5aa040aa-fb6e-4111-9243-9c8d00bcd6df&quot;,&quot;TitleShapeName&quot;:&quot;TextBox 9323&quot;,&quot;DateShapeName&quot;:&quot;TextBox 9327&quot;,&quot;MarkerShapeName&quot;:&quot;Down Arrow 9320&quot;,&quot;ConnectorShapeName&quot;:&quot;Straight Connector 9331&quot;},{&quot;$id&quot;:&quot;6&quot;,&quot;MilestoneId&quot;:&quot;e58fe382-ac9c-4fba-9888-eb94f5ce08f8&quot;,&quot;TitleShapeName&quot;:&quot;TextBox 9338&quot;,&quot;DateShapeName&quot;:&quot;TextBox 9341&quot;,&quot;MarkerShapeName&quot;:&quot;Down Arrow 9334&quot;,&quot;ConnectorShapeName&quot;:&quot;Straight Connector 9344&quot;},{&quot;$id&quot;:&quot;7&quot;,&quot;MilestoneId&quot;:&quot;26c928c3-e36b-4a2d-836f-0b5f31ef08d2&quot;,&quot;TitleShapeName&quot;:&quot;TextBox 9358&quot;,&quot;DateShapeName&quot;:&quot;TextBox 9361&quot;,&quot;MarkerShapeName&quot;:&quot;Flowchart: Merge 9354&quot;,&quot;ConnectorShapeName&quot;:&quot;Straight Connector 9365&quot;},{&quot;$id&quot;:&quot;8&quot;,&quot;MilestoneId&quot;:&quot;ccd9ec8f-2afa-4259-a768-f5e413e3b544&quot;,&quot;TitleShapeName&quot;:&quot;TextBox 9376&quot;,&quot;DateShapeName&quot;:&quot;TextBox 9379&quot;,&quot;MarkerShapeName&quot;:&quot;Flowchart: Merge 9372&quot;,&quot;ConnectorShapeName&quot;:&quot;Straight Connector 9382&quot;}],&quot;Tasks&quot;:[{&quot;$id&quot;:&quot;9&quot;,&quot;TaskId&quot;:&quot;3a687154-04b5-435a-b4a4-87ba7219617a&quot;,&quot;TitleShapeName&quot;:&quot;TextBox 9401&quot;,&quot;DurationTextShapeName&quot;:&quot;TextBox 9428&quot;,&quot;SegmentShapeName&quot;:&quot;Left-Right Arrow 9395&quot;,&quot;VerticalLeftConnectorShapeName&quot;:&quot;Straight Connector 9443&quot;,&quot;VerticalRightConnectorShapeName&quot;:&quot;Straight Connector 9445&quot;,&quot;HorizontalConnectorShapeName&quot;:&quot;Straight Connector 9441&quot;,&quot;LeftDateShapeName&quot;:&quot;TextBox 9433&quot;,&quot;RightDateShapeName&quot;:&quot;TextBox 9437&quot;,&quot;OutsidePercentageShapeName&quot;:null,&quot;InsidePercentageShapeName&quot;:null},{&quot;$id&quot;:&quot;10&quot;,&quot;TaskId&quot;:&quot;48541c08-b826-4880-b5f5-e24c9c19489c&quot;,&quot;TitleShapeName&quot;:&quot;TextBox 9455&quot;,&quot;DurationTextShapeName&quot;:&quot;TextBox 9470&quot;,&quot;SegmentShapeName&quot;:&quot;Pentagon 9452&quot;,&quot;VerticalLeftConnectorShapeName&quot;:&quot;Straight Connector 9007&quot;,&quot;VerticalRightConnectorShapeName&quot;:&quot;Straight Connector 9013&quot;,&quot;HorizontalConnectorShapeName&quot;:&quot;Straight Connector 9001&quot;,&quot;LeftDateShapeName&quot;:&quot;TextBox 8993&quot;,&quot;RightDateShapeName&quot;:&quot;TextBox 8996&quot;,&quot;OutsidePercentageShapeName&quot;:null,&quot;InsidePercentageShapeName&quot;:null},{&quot;$id&quot;:&quot;11&quot;,&quot;TaskId&quot;:&quot;59ca60aa-1ba9-48a7-9516-fa0118865308&quot;,&quot;TitleShapeName&quot;:&quot;TextBox 9040&quot;,&quot;DurationTextShapeName&quot;:&quot;TextBox 9067&quot;,&quot;SegmentShapeName&quot;:&quot;Pentagon 9033&quot;,&quot;VerticalLeftConnectorShapeName&quot;:&quot;Straight Connector 9082&quot;,&quot;VerticalRightConnectorShapeName&quot;:&quot;Straight Connector 9086&quot;,&quot;HorizontalConnectorShapeName&quot;:&quot;Straight Connector 9079&quot;,&quot;LeftDateShapeName&quot;:&quot;TextBox 9072&quot;,&quot;RightDateShapeName&quot;:&quot;TextBox 9075&quot;,&quot;OutsidePercentageShapeName&quot;:null,&quot;InsidePercentageShapeName&quot;:null},{&quot;$id&quot;:&quot;12&quot;,&quot;TaskId&quot;:&quot;78be7d91-0818-4754-b055-89e65c41c421&quot;,&quot;TitleShapeName&quot;:&quot;TextBox 9104&quot;,&quot;DurationTextShapeName&quot;:&quot;TextBox 9130&quot;,&quot;SegmentShapeName&quot;:&quot;Chevron 9098&quot;,&quot;VerticalLeftConnectorShapeName&quot;:&quot;Straight Connector 9147&quot;,&quot;VerticalRightConnectorShapeName&quot;:&quot;Straight Connector 9151&quot;,&quot;HorizontalConnectorShapeName&quot;:&quot;Straight Connector 9143&quot;,&quot;LeftDateShapeName&quot;:&quot;TextBox 9136&quot;,&quot;RightDateShapeName&quot;:&quot;TextBox 9140&quot;,&quot;OutsidePercentageShapeName&quot;:null,&quot;InsidePercentageShapeName&quot;:null},{&quot;$id&quot;:&quot;13&quot;,&quot;TaskId&quot;:&quot;836c357d-b408-4b50-807d-dd27b87cbdc3&quot;,&quot;TitleShapeName&quot;:&quot;TextBox 9168&quot;,&quot;DurationTextShapeName&quot;:&quot;TextBox 9202&quot;,&quot;SegmentShapeName&quot;:&quot;Right Arrow 9163&quot;,&quot;VerticalLeftConnectorShapeName&quot;:&quot;Straight Connector 9212&quot;,&quot;VerticalRightConnectorShapeName&quot;:&quot;Straight Connector 9215&quot;,&quot;HorizontalConnectorShapeName&quot;:&quot;Straight Connector 9208&quot;,&quot;LeftDateShapeName&quot;:&quot;TextBox 9196&quot;,&quot;RightDateShapeName&quot;:&quot;TextBox 9199&quot;,&quot;OutsidePercentageShapeName&quot;:null,&quot;InsidePercentageShapeName&quot;:null},{&quot;$id&quot;:&quot;14&quot;,&quot;TaskId&quot;:&quot;57f54299-52d1-4bf4-9102-a5a5faf30e1a&quot;,&quot;TitleShapeName&quot;:&quot;TextBox 9233&quot;,&quot;DurationTextShapeName&quot;:&quot;TextBox 9261&quot;,&quot;SegmentShapeName&quot;:&quot;Left-Right Arrow 9228&quot;,&quot;VerticalLeftConnectorShapeName&quot;:&quot;Straight Connector 9276&quot;,&quot;VerticalRightConnectorShapeName&quot;:&quot;Straight Connector 9471&quot;,&quot;HorizontalConnectorShapeName&quot;:&quot;Straight Connector 9272&quot;,&quot;LeftDateShapeName&quot;:&quot;TextBox 9266&quot;,&quot;RightDateShapeName&quot;:&quot;TextBox 9269&quot;,&quot;OutsidePercentageShapeName&quot;:null,&quot;InsidePercentageShapeName&quot;:null},{&quot;$id&quot;:&quot;15&quot;,&quot;TaskId&quot;:&quot;b0ce345f-5e2e-422f-9154-b35d4c1d61d1&quot;,&quot;TitleShapeName&quot;:&quot;TextBox 9481&quot;,&quot;DurationTextShapeName&quot;:&quot;TextBox 9496&quot;,&quot;SegmentShapeName&quot;:&quot;Chevron 9478&quot;,&quot;VerticalLeftConnectorShapeName&quot;:&quot;Straight Connector 9505&quot;,&quot;VerticalRightConnectorShapeName&quot;:&quot;Straight Connector 9507&quot;,&quot;HorizontalConnectorShapeName&quot;:&quot;Straight Connector 9503&quot;,&quot;LeftDateShapeName&quot;:&quot;TextBox 9499&quot;,&quot;RightDateShapeName&quot;:&quot;TextBox 9501&quot;,&quot;OutsidePercentageShapeName&quot;:null,&quot;InsidePercentageShapeName&quot;:null},{&quot;$id&quot;:&quot;16&quot;,&quot;TaskId&quot;:&quot;d480600d-ed40-42c4-8ee5-e80e5b71a336&quot;,&quot;TitleShapeName&quot;:&quot;TextBox 9517&quot;,&quot;DurationTextShapeName&quot;:&quot;TextBox 9532&quot;,&quot;SegmentShapeName&quot;:&quot;Pentagon 9514&quot;,&quot;VerticalLeftConnectorShapeName&quot;:&quot;Straight Connector 9541&quot;,&quot;VerticalRightConnectorShapeName&quot;:&quot;Straight Connector 9543&quot;,&quot;HorizontalConnectorShapeName&quot;:&quot;Straight Connector 9539&quot;,&quot;LeftDateShapeName&quot;:&quot;TextBox 9535&quot;,&quot;RightDateShapeName&quot;:&quot;TextBox 9537&quot;,&quot;OutsidePercentageShapeName&quot;:null,&quot;InsidePercentageShapeName&quot;:null},{&quot;$id&quot;:&quot;17&quot;,&quot;TaskId&quot;:&quot;2f8fa407-3845-497c-9859-61879fe02bd9&quot;,&quot;TitleShapeName&quot;:&quot;TextBox 9553&quot;,&quot;DurationTextShapeName&quot;:&quot;TextBox 9568&quot;,&quot;SegmentShapeName&quot;:&quot;Chevron 9550&quot;,&quot;VerticalLeftConnectorShapeName&quot;:&quot;Straight Connector 9577&quot;,&quot;VerticalRightConnectorShapeName&quot;:&quot;Straight Connector 9579&quot;,&quot;HorizontalConnectorShapeName&quot;:&quot;Straight Connector 9575&quot;,&quot;LeftDateShapeName&quot;:&quot;TextBox 9571&quot;,&quot;RightDateShapeName&quot;:&quot;TextBox 9573&quot;,&quot;OutsidePercentageShapeName&quot;:null,&quot;InsidePercentageShapeName&quot;:null},{&quot;$id&quot;:&quot;18&quot;,&quot;TaskId&quot;:&quot;452ffbff-6434-49bf-898b-842030269d79&quot;,&quot;TitleShapeName&quot;:&quot;TextBox 9589&quot;,&quot;DurationTextShapeName&quot;:&quot;TextBox 9604&quot;,&quot;SegmentShapeName&quot;:&quot;Pentagon 9586&quot;,&quot;VerticalLeftConnectorShapeName&quot;:&quot;Straight Connector 9613&quot;,&quot;VerticalRightConnectorShapeName&quot;:&quot;Straight Connector 9615&quot;,&quot;HorizontalConnectorShapeName&quot;:&quot;Straight Connector 9611&quot;,&quot;LeftDateShapeName&quot;:&quot;TextBox 9607&quot;,&quot;RightDateShapeName&quot;:&quot;TextBox 9609&quot;,&quot;OutsidePercentageShapeName&quot;:null,&quot;InsidePercentageShapeName&quot;:null}],&quot;Timeband&quot;:{&quot;$id&quot;:&quot;19&quot;,&quot;ElapsedTimeShapeName&quot;:&quot;Rectangle 9297&quot;,&quot;TodayMarkerShapeName&quot;:&quot;Isosceles Triangle 9300&quot;,&quot;TodayMarkerTextShapeName&quot;:&quot;TextBox 9302&quot;,&quot;RightEndCapsShapeName&quot;:null,&quot;LeftEndCapsShapeName&quot;:null,&quot;ElapsedRectangleShapeName&quot;:null,&quot;SegmentShapesNames&quot;:[&quot;Rectangle 3&quot;,&quot;TextBox 5&quot;,&quot;Straight Connector 7&quot;,&quot;TextBox 8&quot;,&quot;Straight Connector 10&quot;,&quot;TextBox 11&quot;,&quot;Straight Connector 13&quot;,&quot;TextBox 14&quot;,&quot;Straight Connector 16&quot;,&quot;TextBox 17&quot;,&quot;Straight Connector 19&quot;,&quot;TextBox 20&quot;,&quot;Straight Connector 22&quot;,&quot;TextBox 23&quot;,&quot;Straight Connector 25&quot;,&quot;TextBox 26&quot;,&quot;Straight Connector 28&quot;,&quot;TextBox 29&quot;,&quot;Straight Connector 9280&quot;,&quot;TextBox 9282&quot;,&quot;Straight Connector 9286&quot;,&quot;TextBox 9287&quot;,&quot;Straight Connector 9291&quot;,&quot;TextBox 9293&quot;]}},&quot;Edition&quot;:1,&quot;IsPlusEdition&quot;:true,&quot;CultureInfoName&quot;:&quot;en-US&quot;,&quot;Version&quot;:&quot;2.3.0.0&quot;,&quot;OriginalAssemblyVersion&quot;:&quot;2.02.01.00&quot;,&quot;Milestones&quot;:[{&quot;$id&quot;:&quot;20&quot;,&quot;DateFormat&quot;:{&quot;$id&quot;:&quot;21&quot;,&quot;FormatString&quot;:&quot;MMM d&quot;,&quot;Separator&quot;:&quot;/&quot;,&quot;UseInternationalDateFormat&quot;:false},&quot;InternalId&quot;:&quot;ccd9ec8f-2afa-4259-a768-f5e413e3b544&quot;,&quot;TitleLeft&quot;:146.55,&quot;TitleTop&quot;:114.845909,&quot;TitleHeight&quot;:10.66315,&quot;TitleTopIsCustom&quot;:false,&quot;TitleWidth&quot;:56.75,&quot;Color&quot;:&quot;150, 214, 66&quot;,&quot;UtcDate&quot;:&quot;2014-08-29T00:00:00Z&quot;,&quot;Note&quot;:null,&quot;Title&quot;:&quot;Milestone 1&quot;,&quot;Style&quot;:2,&quot;BelowTimeband&quot;:false,&quot;CustomSettings&quot;:{&quot;$id&quot;:&quot;22&quot;,&quot;IsDateVisible&quot;:true,&quot;TitleFontSettings&quot;:{&quot;$id&quot;:&quot;23&quot;,&quot;FontSize&quot;:11,&quot;FontName&quot;:&quot;Calibri&quot;,&quot;IsBold&quot;:true,&quot;IsItalic&quot;:false,&quot;IsUnderlined&quot;:false,&quot;ForegroundColor&quot;:&quot;Black&quot;,&quot;BackColor&quot;:null},&quot;DateFontSettings&quot;:{&quot;$id&quot;:&quot;24&quot;,&quot;FontSize&quot;:10,&quot;FontName&quot;:&quot;Calibri&quot;,&quot;IsBold&quot;:false,&quot;IsItalic&quot;:false,&quot;IsUnderlined&quot;:false,&quot;ForegroundColor&quot;:&quot;68, 84, 106&quot;,&quot;BackColor&quot;:null},&quot;ConnectorSettings&quot;:{&quot;$id&quot;:&quot;25&quot;,&quot;Color&quot;:&quot;150, 214, 66&quot;,&quot;IsVisible&quot;:false,&quot;LineWeight&quot;:0.1}},&quot;HideDate&quot;:false,&quot;ShapeTop&quot;:120.736061,&quot;QuickShapeSize&quot;:1,&quot;IsVisible&quot;:true},{&quot;$id&quot;:&quot;26&quot;,&quot;DateFormat&quot;:{&quot;$id&quot;:&quot;27&quot;,&quot;FormatString&quot;:&quot;MMM d&quot;,&quot;Separator&quot;:&quot;/&quot;,&quot;UseInternationalDateFormat&quot;:false},&quot;InternalId&quot;:&quot;26c928c3-e36b-4a2d-836f-0b5f31ef08d2&quot;,&quot;TitleLeft&quot;:264.95,&quot;TitleTop&quot;:76.79795,&quot;TitleHeight&quot;:10.66315,&quot;TitleTopIsCustom&quot;:false,&quot;TitleWidth&quot;:59.25,&quot;Color&quot;:&quot;150, 214, 66&quot;,&quot;UtcDate&quot;:&quot;2014-09-04T00:00:00Z&quot;,&quot;Note&quot;:null,&quot;Title&quot;:&quot;Milestone  2&quot;,&quot;Style&quot;:2,&quot;BelowTimeband&quot;:false,&quot;CustomSettings&quot;:{&quot;$id&quot;:&quot;28&quot;,&quot;IsDateVisible&quot;:true,&quot;TitleFontSettings&quot;:{&quot;$id&quot;:&quot;29&quot;,&quot;FontSize&quot;:11,&quot;FontName&quot;:&quot;Calibri&quot;,&quot;IsBold&quot;:true,&quot;IsItalic&quot;:false,&quot;IsUnderlined&quot;:false,&quot;ForegroundColor&quot;:&quot;Black&quot;,&quot;BackColor&quot;:null},&quot;DateFontSettings&quot;:{&quot;$id&quot;:&quot;30&quot;,&quot;FontSize&quot;:10,&quot;FontName&quot;:&quot;Calibri&quot;,&quot;IsBold&quot;:false,&quot;IsItalic&quot;:false,&quot;IsUnderlined&quot;:false,&quot;ForegroundColor&quot;:&quot;68, 84, 106&quot;,&quot;BackColor&quot;:null},&quot;ConnectorSettings&quot;:{&quot;$id&quot;:&quot;31&quot;,&quot;Color&quot;:&quot;150, 214, 66&quot;,&quot;IsVisible&quot;:false,&quot;LineWeight&quot;:0.1}},&quot;HideDate&quot;:false,&quot;ShapeTop&quot;:82.68811,&quot;QuickShapeSize&quot;:1,&quot;IsVisible&quot;:true},{&quot;$id&quot;:&quot;32&quot;,&quot;DateFormat&quot;:{&quot;$id&quot;:&quot;33&quot;,&quot;FormatString&quot;:&quot;MMM d&quot;,&quot;Separator&quot;:&quot;/&quot;,&quot;UseInternationalDateFormat&quot;:false},&quot;InternalId&quot;:&quot;e58fe382-ac9c-4fba-9888-eb94f5ce08f8&quot;,&quot;TitleLeft&quot;:274.024963,&quot;TitleTop&quot;:120.952049,&quot;TitleHeight&quot;:10.66315,&quot;TitleTopIsCustom&quot;:true,&quot;TitleWidth&quot;:56.75,&quot;Color&quot;:&quot;178, 14, 18&quot;,&quot;UtcDate&quot;:&quot;2014-09-07T00:00:00Z&quot;,&quot;Note&quot;:null,&quot;Title&quot;:&quot;Milestone 3&quot;,&quot;Style&quot;:11,&quot;BelowTimeband&quot;:false,&quot;CustomSettings&quot;:{&quot;$id&quot;:&quot;34&quot;,&quot;IsDateVisible&quot;:true,&quot;TitleFontSettings&quot;:{&quot;$id&quot;:&quot;35&quot;,&quot;FontSize&quot;:11,&quot;FontName&quot;:&quot;Calibri&quot;,&quot;IsBold&quot;:true,&quot;IsItalic&quot;:false,&quot;IsUnderlined&quot;:false,&quot;ForegroundColor&quot;:&quot;Black&quot;,&quot;BackColor&quot;:null},&quot;DateFontSettings&quot;:{&quot;$id&quot;:&quot;36&quot;,&quot;FontSize&quot;:10,&quot;FontName&quot;:&quot;Calibri&quot;,&quot;IsBold&quot;:false,&quot;IsItalic&quot;:false,&quot;IsUnderlined&quot;:false,&quot;ForegroundColor&quot;:&quot;68, 84, 106&quot;,&quot;BackColor&quot;:null},&quot;ConnectorSettings&quot;:{&quot;$id&quot;:&quot;37&quot;,&quot;Color&quot;:&quot;178, 14, 18&quot;,&quot;IsVisible&quot;:false,&quot;LineWeight&quot;:0.1}},&quot;HideDate&quot;:false,&quot;ShapeTop&quot;:null,&quot;QuickShapeSize&quot;:1,&quot;IsVisible&quot;:true},{&quot;$id&quot;:&quot;38&quot;,&quot;DateFormat&quot;:{&quot;$id&quot;:&quot;39&quot;,&quot;FormatString&quot;:&quot;MMM d&quot;,&quot;Separator&quot;:&quot;/&quot;,&quot;UseInternationalDateFormat&quot;:false},&quot;InternalId&quot;:&quot;5aa040aa-fb6e-4111-9243-9c8d00bcd6df&quot;,&quot;TitleLeft&quot;:491.091644,&quot;TitleTop&quot;:120.952049,&quot;TitleHeight&quot;:10.66315,&quot;TitleTopIsCustom&quot;:true,&quot;TitleWidth&quot;:56.75,&quot;Color&quot;:&quot;150, 214, 66&quot;,&quot;UtcDate&quot;:&quot;2014-09-18T00:00:00Z&quot;,&quot;Note&quot;:null,&quot;Title&quot;:&quot;Milestone 4&quot;,&quot;Style&quot;:11,&quot;BelowTimeband&quot;:false,&quot;CustomSettings&quot;:{&quot;$id&quot;:&quot;40&quot;,&quot;IsDateVisible&quot;:true,&quot;TitleFontSettings&quot;:{&quot;$id&quot;:&quot;41&quot;,&quot;FontSize&quot;:11,&quot;FontName&quot;:&quot;Calibri&quot;,&quot;IsBold&quot;:true,&quot;IsItalic&quot;:false,&quot;IsUnderlined&quot;:false,&quot;ForegroundColor&quot;:&quot;Black&quot;,&quot;BackColor&quot;:null},&quot;DateFontSettings&quot;:{&quot;$id&quot;:&quot;42&quot;,&quot;FontSize&quot;:10,&quot;FontName&quot;:&quot;Calibri&quot;,&quot;IsBold&quot;:false,&quot;IsItalic&quot;:false,&quot;IsUnderlined&quot;:false,&quot;ForegroundColor&quot;:&quot;68, 84, 106&quot;,&quot;BackColor&quot;:null},&quot;ConnectorSettings&quot;:{&quot;$id&quot;:&quot;43&quot;,&quot;Color&quot;:&quot;150, 214, 66&quot;,&quot;IsVisible&quot;:false,&quot;LineWeight&quot;:0.1}},&quot;HideDate&quot;:false,&quot;ShapeTop&quot;:null,&quot;QuickShapeSize&quot;:1,&quot;IsVisible&quot;:true},{&quot;$id&quot;:&quot;44&quot;,&quot;DateFormat&quot;:{&quot;$id&quot;:&quot;45&quot;,&quot;FormatString&quot;:&quot;MMM d&quot;,&quot;Separator&quot;:&quot;/&quot;,&quot;UseInternationalDateFormat&quot;:false},&quot;InternalId&quot;:&quot;deee0f4a-1736-45f1-80ac-d79a9a375677&quot;,&quot;TitleLeft&quot;:787.0917,&quot;TitleTop&quot;:120.952049,&quot;TitleHeight&quot;:10.66315,&quot;TitleTopIsCustom&quot;:true,&quot;TitleWidth&quot;:56.75,&quot;Color&quot;:&quot;178, 14, 18&quot;,&quot;UtcDate&quot;:&quot;2014-10-03T00:00:00Z&quot;,&quot;Note&quot;:null,&quot;Title&quot;:&quot;Milestone 5&quot;,&quot;Style&quot;:13,&quot;BelowTimeband&quot;:false,&quot;CustomSettings&quot;:{&quot;$id&quot;:&quot;46&quot;,&quot;IsDateVisible&quot;:true,&quot;TitleFontSettings&quot;:{&quot;$id&quot;:&quot;47&quot;,&quot;FontSize&quot;:11,&quot;FontName&quot;:&quot;Calibri&quot;,&quot;IsBold&quot;:true,&quot;IsItalic&quot;:false,&quot;IsUnderlined&quot;:false,&quot;ForegroundColor&quot;:&quot;Black&quot;,&quot;BackColor&quot;:null},&quot;DateFontSettings&quot;:{&quot;$id&quot;:&quot;48&quot;,&quot;FontSize&quot;:10,&quot;FontName&quot;:&quot;Calibri&quot;,&quot;IsBold&quot;:false,&quot;IsItalic&quot;:false,&quot;IsUnderlined&quot;:false,&quot;ForegroundColor&quot;:&quot;68, 84, 106&quot;,&quot;BackColor&quot;:null},&quot;ConnectorSettings&quot;:{&quot;$id&quot;:&quot;49&quot;,&quot;Color&quot;:&quot;178, 14, 18&quot;,&quot;IsVisible&quot;:false,&quot;LineWeight&quot;:0.1}},&quot;HideDate&quot;:false,&quot;ShapeTop&quot;:null,&quot;QuickShapeSize&quot;:1,&quot;IsVisible&quot;:true}],&quot;TimeLineType&quot;:1,&quot;Tasks&quot;:[{&quot;$id&quot;:&quot;50&quot;,&quot;DurationValue&quot;:11.0,&quot;DurationFormat&quot;:0,&quot;InternalId&quot;:&quot;3a687154-04b5-435a-b4a4-87ba7219617a&quot;,&quot;Index&quot;:1,&quot;Color&quot;:&quot;149, 34, 46&quot;,&quot;UtcStartDate&quot;:&quot;2014-09-03T00:00:00Z&quot;,&quot;Note&quot;:null,&quot;UtcEndDate&quot;:&quot;2014-09-17T00:00:00Z&quot;,&quot;Title&quot;:&quot;Phase 1&quot;,&quot;Shape&quot;:6,&quot;CustomSettings&quot;:{&quot;$id&quot;:&quot;51&quot;,&quot;TitleWidth&quot;:47.87504,&quot;TitleFontSettings&quot;:{&quot;$id&quot;:&quot;52&quot;,&quot;FontSize&quot;:14,&quot;FontName&quot;:&quot;Calibri&quot;,&quot;IsBold&quot;:true,&quot;IsItalic&quot;:false,&quot;IsUnderlined&quot;:false,&quot;ForegroundColor&quot;:&quot;178, 14, 18&quot;,&quot;BackColor&quot;:null},&quot;StartDateFontSettings&quot;:{&quot;$id&quot;:&quot;53&quot;,&quot;FontSize&quot;:10,&quot;FontName&quot;:&quot;Calibri&quot;,&quot;IsBold&quot;:false,&quot;IsItalic&quot;:false,&quot;IsUnderlined&quot;:false,&quot;ForegroundColor&quot;:&quot;68, 84, 106&quot;,&quot;BackColor&quot;:null},&quot;EndDateFontSettings&quot;:{&quot;$id&quot;:&quot;54&quot;,&quot;FontSize&quot;:10,&quot;FontName&quot;:&quot;Calibri&quot;,&quot;IsBold&quot;:false,&quot;IsItalic&quot;:false,&quot;IsUnderlined&quot;:false,&quot;ForegroundColor&quot;:&quot;68, 84, 106&quot;,&quot;BackColor&quot;:null},&quot;DurationFontSettings&quot;:{&quot;$id&quot;:&quot;55&quot;,&quot;FontSize&quot;:13,&quot;FontName&quot;:&quot;Calibri&quot;,&quot;IsBold&quot;:false,&quot;IsItalic&quot;:false,&quot;IsUnderlined&quot;:false,&quot;ForegroundColor&quot;:&quot;237, 125, 49&quot;,&quot;BackColor&quot;:null},&quot;TasksSpacing&quot;:5,&quot;ShapeHeight&quot;:16.0,&quot;VerticalConnectorSettings&quot;:{&quot;$id&quot;:&quot;56&quot;,&quot;Color&quot;:&quot;204, 204, 204&quot;,&quot;IsVisible&quot;:false,&quot;LineWeight&quot;:0.0},&quot;HorizontalConnectorSettings&quot;:{&quot;$id&quot;:&quot;57&quot;,&quot;Color&quot;:&quot;234, 22, 30&quot;,&quot;IsVisible&quot;:true,&quot;LineWeight&quot;:0.1},&quot;TaskShapeBorderSettings&quot;:{&quot;$id&quot;:&quot;58&quot;,&quot;Color&quot;:&quot;Red&quot;,&quot;LineWeight&quot;:0.0},&quot;SmartTitleForeground&quot;:&quot;Black&quot;,&quot;SmartTitleForegroundIsActive&quot;:false,&quot;SmartDurationForeground&quot;:&quot;White&quot;,&quot;SmartDurationForegroundIsActive&quot;:true,&quot;SmartDateForeground&quot;:&quot;68, 84, 106&quot;,&quot;SmartDateForegroundIsActive&quot;:false,&quot;SmartPercentageCompletedForeground&quot;:&quot;237, 125, 49&quot;,&quot;SmartPercentageCompletedIsActive&quot;:false,&quot;IncludeNonWorkingDaysInDuration&quot;:false,&quot;WorkingDays&quot;:31,&quot;PercentageCompletedFontSettings&quot;:{&quot;$id&quot;:&quot;59&quot;,&quot;FontSize&quot;:10,&quot;FontName&quot;:&quot;Calibri&quot;,&quot;IsBold&quot;:false,&quot;IsItalic&quot;:false,&quot;IsUnderlined&quot;:false,&quot;ForegroundColor&quot;:&quot;237, 125, 49&quot;,&quot;BackColor&quot;:null},&quot;PercentageCompletedPosition&quot;:0},&quot;TaskDatePosition&quot;:3,&quot;TaskTitlePosition&quot;:3,&quot;TaskDurationPosition&quot;:1,&quot;TaskTitleIsWider&quot;:false,&quot;TaskDurationIsWider&quot;:false,&quot;TaskDateIsWider&quot;:false,&quot;TaskPercentageCompletedIsWider&quot;:false,&quot;DateFormat&quot;:{&quot;$id&quot;:&quot;60&quot;,&quot;FormatString&quot;:&quot;M/d&quot;,&quot;Separator&quot;:&quot;/&quot;,&quot;UseInternationalDateFormat&quot;:false},&quot;IsVisible&quot;:true,&quot;PercentageCompleted&quot;:null},{&quot;$id&quot;:&quot;61&quot;,&quot;DurationValue&quot;:2.0,&quot;DurationFormat&quot;:0,&quot;InternalId&quot;:&quot;48541c08-b826-4880-b5f5-e24c9c19489c&quot;,&quot;Index&quot;:2,&quot;Color&quot;:&quot;192, 0, 0&quot;,&quot;UtcStartDate&quot;:&quot;2014-09-03T00:00:00Z&quot;,&quot;Note&quot;:null,&quot;UtcEndDate&quot;:&quot;2014-09-04T00:00:00Z&quot;,&quot;Title&quot;:&quot;Sub-task 1&quot;,&quot;Shape&quot;:3,&quot;CustomSettings&quot;:{&quot;$id&quot;:&quot;62&quot;,&quot;TitleWidth&quot;:48.62504,&quot;TitleFontSettings&quot;:{&quot;$id&quot;:&quot;63&quot;,&quot;FontSize&quot;:11,&quot;FontName&quot;:&quot;Calibri&quot;,&quot;IsBold&quot;:false,&quot;IsItalic&quot;:false,&quot;IsUnderlined&quot;:false,&quot;ForegroundColor&quot;:&quot;178, 14, 18&quot;,&quot;BackColor&quot;:null},&quot;StartDateFontSettings&quot;:{&quot;$id&quot;:&quot;64&quot;,&quot;FontSize&quot;:10,&quot;FontName&quot;:&quot;Calibri&quot;,&quot;IsBold&quot;:false,&quot;IsItalic&quot;:false,&quot;IsUnderlined&quot;:false,&quot;ForegroundColor&quot;:&quot;68, 84, 106&quot;,&quot;BackColor&quot;:null},&quot;EndDateFontSettings&quot;:{&quot;$id&quot;:&quot;65&quot;,&quot;FontSize&quot;:10,&quot;FontName&quot;:&quot;Calibri&quot;,&quot;IsBold&quot;:false,&quot;IsItalic&quot;:false,&quot;IsUnderlined&quot;:false,&quot;ForegroundColor&quot;:&quot;68, 84, 106&quot;,&quot;BackColor&quot;:null},&quot;DurationFontSettings&quot;:{&quot;$id&quot;:&quot;66&quot;,&quot;FontSize&quot;:9,&quot;FontName&quot;:&quot;Calibri&quot;,&quot;IsBold&quot;:false,&quot;IsItalic&quot;:false,&quot;IsUnderlined&quot;:false,&quot;ForegroundColor&quot;:&quot;White&quot;,&quot;BackColor&quot;:null},&quot;TasksSpacing&quot;:2,&quot;ShapeHeight&quot;:10.0,&quot;VerticalConnectorSettings&quot;:{&quot;$id&quot;:&quot;67&quot;,&quot;Color&quot;:&quot;204, 204, 204&quot;,&quot;IsVisible&quot;:false,&quot;LineWeight&quot;:0.0},&quot;HorizontalConnectorSettings&quot;:{&quot;$id&quot;:&quot;68&quot;,&quot;Color&quot;:&quot;231, 230, 230&quot;,&quot;IsVisible&quot;:true,&quot;LineWeight&quot;:0.1},&quot;TaskShapeBorderSettings&quot;:{&quot;$id&quot;:&quot;69&quot;,&quot;Color&quot;:&quot;Red&quot;,&quot;LineWeight&quot;:0.0},&quot;SmartTitleForeground&quot;:&quot;Black&quot;,&quot;SmartTitleForegroundIsActive&quot;:false,&quot;SmartDurationForeground&quot;:&quot;Black&quot;,&quot;SmartDurationForegroundIsActive&quot;:false,&quot;SmartDateForeground&quot;:&quot;68, 84, 106&quot;,&quot;SmartDateForegroundIsActive&quot;:false,&quot;SmartPercentageCompletedForeground&quot;:&quot;237, 125, 49&quot;,&quot;SmartPercentageCompletedIsActive&quot;:false,&quot;IncludeNonWorkingDaysInDuration&quot;:false,&quot;WorkingDays&quot;:31,&quot;PercentageCompletedFontSettings&quot;:{&quot;$id&quot;:&quot;70&quot;,&quot;FontSize&quot;:10,&quot;FontName&quot;:&quot;Calibri&quot;,&quot;IsBold&quot;:false,&quot;IsItalic&quot;:false,&quot;IsUnderlined&quot;:false,&quot;ForegroundColor&quot;:&quot;237, 125, 49&quot;,&quot;BackColor&quot;:null},&quot;PercentageCompletedPosition&quot;:0},&quot;TaskDatePosition&quot;:3,&quot;TaskTitlePosition&quot;:3,&quot;TaskDurationPosition&quot;:1,&quot;TaskTitleIsWider&quot;:false,&quot;TaskDurationIsWider&quot;:false,&quot;TaskDateIsWider&quot;:false,&quot;TaskPercentageCompletedIsWider&quot;:false,&quot;DateFormat&quot;:{&quot;$id&quot;:&quot;71&quot;,&quot;FormatString&quot;:&quot;M/d&quot;,&quot;Separator&quot;:&quot;/&quot;,&quot;UseInternationalDateFormat&quot;:false},&quot;IsVisible&quot;:true,&quot;PercentageCompleted&quot;:null},{&quot;$id&quot;:&quot;72&quot;,&quot;DurationValue&quot;:3.0,&quot;DurationFormat&quot;:0,&quot;InternalId&quot;:&quot;59ca60aa-1ba9-48a7-9516-fa0118865308&quot;,&quot;Index&quot;:3,&quot;Color&quot;:&quot;192, 0, 0&quot;,&quot;UtcStartDate&quot;:&quot;2014-09-05T00:00:00Z&quot;,&quot;Note&quot;:null,&quot;UtcEndDate&quot;:&quot;2014-09-09T00:00:00Z&quot;,&quot;Title&quot;:&quot;Sub-task 2&quot;,&quot;Shape&quot;:3,&quot;CustomSettings&quot;:{&quot;$id&quot;:&quot;73&quot;,&quot;TitleWidth&quot;:48.62504,&quot;TitleFontSettings&quot;:{&quot;$id&quot;:&quot;74&quot;,&quot;FontSize&quot;:11,&quot;FontName&quot;:&quot;Calibri&quot;,&quot;IsBold&quot;:false,&quot;IsItalic&quot;:false,&quot;IsUnderlined&quot;:false,&quot;ForegroundColor&quot;:&quot;178, 14, 18&quot;,&quot;BackColor&quot;:null},&quot;StartDateFontSettings&quot;:{&quot;$id&quot;:&quot;75&quot;,&quot;FontSize&quot;:10,&quot;FontName&quot;:&quot;Calibri&quot;,&quot;IsBold&quot;:false,&quot;IsItalic&quot;:false,&quot;IsUnderlined&quot;:false,&quot;ForegroundColor&quot;:&quot;68, 84, 106&quot;,&quot;BackColor&quot;:null},&quot;EndDateFontSettings&quot;:{&quot;$id&quot;:&quot;76&quot;,&quot;FontSize&quot;:10,&quot;FontName&quot;:&quot;Calibri&quot;,&quot;IsBold&quot;:false,&quot;IsItalic&quot;:false,&quot;IsUnderlined&quot;:false,&quot;ForegroundColor&quot;:&quot;68, 84, 106&quot;,&quot;BackColor&quot;:null},&quot;DurationFontSettings&quot;:{&quot;$id&quot;:&quot;77&quot;,&quot;FontSize&quot;:10,&quot;FontName&quot;:&quot;Calibri&quot;,&quot;IsBold&quot;:false,&quot;IsItalic&quot;:false,&quot;IsUnderlined&quot;:false,&quot;ForegroundColor&quot;:&quot;White&quot;,&quot;BackColor&quot;:null},&quot;TasksSpacing&quot;:2,&quot;ShapeHeight&quot;:10.0,&quot;VerticalConnectorSettings&quot;:{&quot;$id&quot;:&quot;78&quot;,&quot;Color&quot;:&quot;204, 204, 204&quot;,&quot;IsVisible&quot;:false,&quot;LineWeight&quot;:0.0},&quot;HorizontalConnectorSettings&quot;:{&quot;$id&quot;:&quot;79&quot;,&quot;Color&quot;:&quot;231, 230, 230&quot;,&quot;IsVisible&quot;:true,&quot;LineWeight&quot;:0.1},&quot;TaskShapeBorderSettings&quot;:{&quot;$id&quot;:&quot;80&quot;,&quot;Color&quot;:&quot;Red&quot;,&quot;LineWeight&quot;:0.0},&quot;SmartTitleForeground&quot;:&quot;Black&quot;,&quot;SmartTitleForegroundIsActive&quot;:false,&quot;SmartDurationForeground&quot;:&quot;Black&quot;,&quot;SmartDurationForegroundIsActive&quot;:false,&quot;SmartDateForeground&quot;:&quot;68, 84, 106&quot;,&quot;SmartDateForegroundIsActive&quot;:false,&quot;SmartPercentageCompletedForeground&quot;:&quot;237, 125, 49&quot;,&quot;SmartPercentageCompletedIsActive&quot;:false,&quot;IncludeNonWorkingDaysInDuration&quot;:false,&quot;WorkingDays&quot;:31,&quot;PercentageCompletedFontSettings&quot;:{&quot;$id&quot;:&quot;81&quot;,&quot;FontSize&quot;:10,&quot;FontName&quot;:&quot;Calibri&quot;,&quot;IsBold&quot;:false,&quot;IsItalic&quot;:false,&quot;IsUnderlined&quot;:false,&quot;ForegroundColor&quot;:&quot;237, 125, 49&quot;,&quot;BackColor&quot;:null},&quot;PercentageCompletedPosition&quot;:0},&quot;TaskDatePosition&quot;:3,&quot;TaskTitlePosition&quot;:3,&quot;TaskDurationPosition&quot;:1,&quot;TaskTitleIsWider&quot;:false,&quot;TaskDurationIsWider&quot;:false,&quot;TaskDateIsWider&quot;:false,&quot;TaskPercentageCompletedIsWider&quot;:false,&quot;DateFormat&quot;:{&quot;$id&quot;:&quot;82&quot;,&quot;FormatString&quot;:&quot;M/d&quot;,&quot;Separator&quot;:&quot;/&quot;,&quot;UseInternationalDateFormat&quot;:false},&quot;IsVisible&quot;:true,&quot;PercentageCompleted&quot;:null},{&quot;$id&quot;:&quot;83&quot;,&quot;DurationValue&quot;:5.0,&quot;DurationFormat&quot;:0,&quot;InternalId&quot;:&quot;78be7d91-0818-4754-b055-89e65c41c421&quot;,&quot;Index&quot;:4,&quot;Color&quot;:&quot;192, 0, 0&quot;,&quot;UtcStartDate&quot;:&quot;2014-09-10T00:00:00Z&quot;,&quot;Note&quot;:null,&quot;UtcEndDate&quot;:&quot;2014-09-16T00:00:00Z&quot;,&quot;Title&quot;:&quot;Sub-task 3&quot;,&quot;Shape&quot;:4,&quot;CustomSettings&quot;:{&quot;$id&quot;:&quot;84&quot;,&quot;TitleWidth&quot;:48.62504,&quot;TitleFontSettings&quot;:{&quot;$id&quot;:&quot;85&quot;,&quot;FontSize&quot;:11,&quot;FontName&quot;:&quot;Calibri&quot;,&quot;IsBold&quot;:false,&quot;IsItalic&quot;:false,&quot;IsUnderlined&quot;:false,&quot;ForegroundColor&quot;:&quot;192, 0, 0&quot;,&quot;BackColor&quot;:null},&quot;StartDateFontSettings&quot;:{&quot;$id&quot;:&quot;86&quot;,&quot;FontSize&quot;:10,&quot;FontName&quot;:&quot;Calibri&quot;,&quot;IsBold&quot;:false,&quot;IsItalic&quot;:false,&quot;IsUnderlined&quot;:false,&quot;ForegroundColor&quot;:&quot;68, 84, 106&quot;,&quot;BackColor&quot;:null},&quot;EndDateFontSettings&quot;:{&quot;$id&quot;:&quot;87&quot;,&quot;FontSize&quot;:10,&quot;FontName&quot;:&quot;Calibri&quot;,&quot;IsBold&quot;:false,&quot;IsItalic&quot;:false,&quot;IsUnderlined&quot;:false,&quot;ForegroundColor&quot;:&quot;68, 84, 106&quot;,&quot;BackColor&quot;:null},&quot;DurationFontSettings&quot;:{&quot;$id&quot;:&quot;88&quot;,&quot;FontSize&quot;:10,&quot;FontName&quot;:&quot;Calibri&quot;,&quot;IsBold&quot;:false,&quot;IsItalic&quot;:false,&quot;IsUnderlined&quot;:false,&quot;ForegroundColor&quot;:&quot;White&quot;,&quot;BackColor&quot;:null},&quot;TasksSpacing&quot;:2,&quot;ShapeHeight&quot;:10.0,&quot;VerticalConnectorSettings&quot;:{&quot;$id&quot;:&quot;89&quot;,&quot;Color&quot;:&quot;204, 204, 204&quot;,&quot;IsVisible&quot;:false,&quot;LineWeight&quot;:0.0},&quot;HorizontalConnectorSettings&quot;:{&quot;$id&quot;:&quot;90&quot;,&quot;Color&quot;:&quot;231, 230, 230&quot;,&quot;IsVisible&quot;:true,&quot;LineWeight&quot;:0.1},&quot;TaskShapeBorderSettings&quot;:{&quot;$id&quot;:&quot;91&quot;,&quot;Color&quot;:&quot;Red&quot;,&quot;LineWeight&quot;:0.0},&quot;SmartTitleForeground&quot;:&quot;Black&quot;,&quot;SmartTitleForegroundIsActive&quot;:false,&quot;SmartDurationForeground&quot;:&quot;Black&quot;,&quot;SmartDurationForegroundIsActive&quot;:false,&quot;SmartDateForeground&quot;:&quot;68, 84, 106&quot;,&quot;SmartDateForegroundIsActive&quot;:false,&quot;SmartPercentageCompletedForeground&quot;:&quot;237, 125, 49&quot;,&quot;SmartPercentageCompletedIsActive&quot;:false,&quot;IncludeNonWorkingDaysInDuration&quot;:false,&quot;WorkingDays&quot;:31,&quot;PercentageCompletedFontSettings&quot;:{&quot;$id&quot;:&quot;92&quot;,&quot;FontSize&quot;:10,&quot;FontName&quot;:&quot;Calibri&quot;,&quot;IsBold&quot;:false,&quot;IsItalic&quot;:false,&quot;IsUnderlined&quot;:false,&quot;ForegroundColor&quot;:&quot;237, 125, 49&quot;,&quot;BackColor&quot;:null},&quot;PercentageCompletedPosition&quot;:0},&quot;TaskDatePosition&quot;:3,&quot;TaskTitlePosition&quot;:3,&quot;TaskDurationPosition&quot;:1,&quot;TaskTitleIsWider&quot;:false,&quot;TaskDurationIsWider&quot;:false,&quot;TaskDateIsWider&quot;:false,&quot;TaskPercentageCompletedIsWider&quot;:false,&quot;DateFormat&quot;:{&quot;$id&quot;:&quot;93&quot;,&quot;FormatString&quot;:&quot;M/d&quot;,&quot;Separator&quot;:&quot;/&quot;,&quot;UseInternationalDateFormat&quot;:false},&quot;IsVisible&quot;:true,&quot;PercentageCompleted&quot;:null},{&quot;$id&quot;:&quot;94&quot;,&quot;DurationValue&quot;:1.0,&quot;DurationFormat&quot;:0,&quot;InternalId&quot;:&quot;836c357d-b408-4b50-807d-dd27b87cbdc3&quot;,&quot;Index&quot;:5,&quot;Color&quot;:&quot;204, 0, 0&quot;,&quot;UtcStartDate&quot;:&quot;2014-09-17T00:00:00Z&quot;,&quot;Note&quot;:null,&quot;UtcEndDate&quot;:&quot;2014-09-17T00:00:00Z&quot;,&quot;Title&quot;:&quot;Sub-task 4 - zero duration&quot;,&quot;Shape&quot;:5,&quot;CustomSettings&quot;:{&quot;$id&quot;:&quot;95&quot;,&quot;TitleWidth&quot;:117.25,&quot;TitleFontSettings&quot;:{&quot;$id&quot;:&quot;96&quot;,&quot;FontSize&quot;:11,&quot;FontName&quot;:&quot;Calibri&quot;,&quot;IsBold&quot;:false,&quot;IsItalic&quot;:false,&quot;IsUnderlined&quot;:false,&quot;ForegroundColor&quot;:&quot;192, 0, 0&quot;,&quot;BackColor&quot;:null},&quot;StartDateFontSettings&quot;:{&quot;$id&quot;:&quot;97&quot;,&quot;FontSize&quot;:10,&quot;FontName&quot;:&quot;Calibri&quot;,&quot;IsBold&quot;:false,&quot;IsItalic&quot;:false,&quot;IsUnderlined&quot;:false,&quot;ForegroundColor&quot;:&quot;68, 84, 106&quot;,&quot;BackColor&quot;:null},&quot;EndDateFontSettings&quot;:{&quot;$id&quot;:&quot;98&quot;,&quot;FontSize&quot;:10,&quot;FontName&quot;:&quot;Calibri&quot;,&quot;IsBold&quot;:false,&quot;IsItalic&quot;:false,&quot;IsUnderlined&quot;:false,&quot;ForegroundColor&quot;:&quot;68, 84, 106&quot;,&quot;BackColor&quot;:null},&quot;DurationFontSettings&quot;:{&quot;$id&quot;:&quot;99&quot;,&quot;FontSize&quot;:10,&quot;FontName&quot;:&quot;Calibri&quot;,&quot;IsBold&quot;:false,&quot;IsItalic&quot;:false,&quot;IsUnderlined&quot;:false,&quot;ForegroundColor&quot;:&quot;178, 14, 18&quot;,&quot;BackColor&quot;:null},&quot;TasksSpacing&quot;:10,&quot;ShapeHeight&quot;:16.0,&quot;VerticalConnectorSettings&quot;:{&quot;$id&quot;:&quot;100&quot;,&quot;Color&quot;:&quot;204, 204, 204&quot;,&quot;IsVisible&quot;:false,&quot;LineWeight&quot;:0.0},&quot;HorizontalConnectorSettings&quot;:{&quot;$id&quot;:&quot;101&quot;,&quot;Color&quot;:&quot;231, 230, 230&quot;,&quot;IsVisible&quot;:true,&quot;LineWeight&quot;:0.1},&quot;TaskShapeBorderSettings&quot;:{&quot;$id&quot;:&quot;102&quot;,&quot;Color&quot;:&quot;Red&quot;,&quot;LineWeight&quot;:0.0},&quot;SmartTitleForeground&quot;:&quot;Black&quot;,&quot;SmartTitleForegroundIsActive&quot;:false,&quot;SmartDurationForeground&quot;:&quot;Black&quot;,&quot;SmartDurationForegroundIsActive&quot;:false,&quot;SmartDateForeground&quot;:&quot;68, 84, 106&quot;,&quot;SmartDateForegroundIsActive&quot;:false,&quot;SmartPercentageCompletedForeground&quot;:&quot;237, 125, 49&quot;,&quot;SmartPercentageCompletedIsActive&quot;:false,&quot;IncludeNonWorkingDaysInDuration&quot;:false,&quot;WorkingDays&quot;:31,&quot;PercentageCompletedFontSettings&quot;:{&quot;$id&quot;:&quot;103&quot;,&quot;FontSize&quot;:10,&quot;FontName&quot;:&quot;Calibri&quot;,&quot;IsBold&quot;:false,&quot;IsItalic&quot;:false,&quot;IsUnderlined&quot;:false,&quot;ForegroundColor&quot;:&quot;237, 125, 49&quot;,&quot;BackColor&quot;:null},&quot;PercentageCompletedPosition&quot;:0},&quot;TaskDatePosition&quot;:3,&quot;TaskTitlePosition&quot;:3,&quot;TaskDurationPosition&quot;:1,&quot;TaskTitleIsWider&quot;:false,&quot;TaskDurationIsWider&quot;:true,&quot;TaskDateIsWider&quot;:false,&quot;TaskPercentageCompletedIsWider&quot;:false,&quot;DateFormat&quot;:{&quot;$id&quot;:&quot;104&quot;,&quot;FormatString&quot;:&quot;M/d&quot;,&quot;Separator&quot;:&quot;/&quot;,&quot;UseInternationalDateFormat&quot;:false},&quot;IsVisible&quot;:true,&quot;PercentageCompleted&quot;:null},{&quot;$id&quot;:&quot;105&quot;,&quot;DurationValue&quot;:12.0,&quot;DurationFormat&quot;:0,&quot;InternalId&quot;:&quot;57f54299-52d1-4bf4-9102-a5a5faf30e1a&quot;,&quot;Index&quot;:6,&quot;Color&quot;:&quot;30, 101, 152&quot;,&quot;UtcStartDate&quot;:&quot;2014-09-18T00:00:00Z&quot;,&quot;Note&quot;:null,&quot;UtcEndDate&quot;:&quot;2014-10-03T00:00:00Z&quot;,&quot;Title&quot;:&quot;Phase 2&quot;,&quot;Shape&quot;:6,&quot;CustomSettings&quot;:{&quot;$id&quot;:&quot;106&quot;,&quot;TitleWidth&quot;:47.87504,&quot;TitleFontSettings&quot;:{&quot;$id&quot;:&quot;107&quot;,&quot;FontSize&quot;:14,&quot;FontName&quot;:&quot;Calibri&quot;,&quot;IsBold&quot;:true,&quot;IsItalic&quot;:false,&quot;IsUnderlined&quot;:false,&quot;ForegroundColor&quot;:&quot;30, 101, 152&quot;,&quot;BackColor&quot;:null},&quot;StartDateFontSettings&quot;:{&quot;$id&quot;:&quot;108&quot;,&quot;FontSize&quot;:10,&quot;FontName&quot;:&quot;Calibri&quot;,&quot;IsBold&quot;:false,&quot;IsItalic&quot;:false,&quot;IsUnderlined&quot;:false,&quot;ForegroundColor&quot;:&quot;68, 84, 106&quot;,&quot;BackColor&quot;:null},&quot;EndDateFontSettings&quot;:{&quot;$id&quot;:&quot;109&quot;,&quot;FontSize&quot;:10,&quot;FontName&quot;:&quot;Calibri&quot;,&quot;IsBold&quot;:false,&quot;IsItalic&quot;:false,&quot;IsUnderlined&quot;:false,&quot;ForegroundColor&quot;:&quot;68, 84, 106&quot;,&quot;BackColor&quot;:null},&quot;DurationFontSettings&quot;:{&quot;$id&quot;:&quot;110&quot;,&quot;FontSize&quot;:13,&quot;FontName&quot;:&quot;Calibri&quot;,&quot;IsBold&quot;:false,&quot;IsItalic&quot;:false,&quot;IsUnderlined&quot;:false,&quot;ForegroundColor&quot;:&quot;237, 125, 49&quot;,&quot;BackColor&quot;:null},&quot;TasksSpacing&quot;:2,&quot;ShapeHeight&quot;:16.0,&quot;VerticalConnectorSettings&quot;:{&quot;$id&quot;:&quot;111&quot;,&quot;Color&quot;:&quot;204, 204, 204&quot;,&quot;IsVisible&quot;:false,&quot;LineWeight&quot;:0.0},&quot;HorizontalConnectorSettings&quot;:{&quot;$id&quot;:&quot;112&quot;,&quot;Color&quot;:&quot;91, 155, 213&quot;,&quot;IsVisible&quot;:true,&quot;LineWeight&quot;:0.1},&quot;TaskShapeBorderSettings&quot;:{&quot;$id&quot;:&quot;113&quot;,&quot;Color&quot;:&quot;Red&quot;,&quot;LineWeight&quot;:0.0},&quot;SmartTitleForeground&quot;:&quot;Black&quot;,&quot;SmartTitleForegroundIsActive&quot;:false,&quot;SmartDurationForeground&quot;:&quot;White&quot;,&quot;SmartDurationForegroundIsActive&quot;:true,&quot;SmartDateForeground&quot;:&quot;68, 84, 106&quot;,&quot;SmartDateForegroundIsActive&quot;:false,&quot;SmartPercentageCompletedForeground&quot;:&quot;237, 125, 49&quot;,&quot;SmartPercentageCompletedIsActive&quot;:false,&quot;IncludeNonWorkingDaysInDuration&quot;:false,&quot;WorkingDays&quot;:31,&quot;PercentageCompletedFontSettings&quot;:{&quot;$id&quot;:&quot;114&quot;,&quot;FontSize&quot;:10,&quot;FontName&quot;:&quot;Calibri&quot;,&quot;IsBold&quot;:false,&quot;IsItalic&quot;:false,&quot;IsUnderlined&quot;:false,&quot;ForegroundColor&quot;:&quot;237, 125, 49&quot;,&quot;BackColor&quot;:null},&quot;PercentageCompletedPosition&quot;:0},&quot;TaskDatePosition&quot;:3,&quot;TaskTitlePosition&quot;:3,&quot;TaskDurationPosition&quot;:1,&quot;TaskTitleIsWider&quot;:false,&quot;TaskDurationIsWider&quot;:false,&quot;TaskDateIsWider&quot;:false,&quot;TaskPercentageCompletedIsWider&quot;:false,&quot;DateFormat&quot;:{&quot;$id&quot;:&quot;115&quot;,&quot;FormatString&quot;:&quot;M/d&quot;,&quot;Separator&quot;:&quot;/&quot;,&quot;UseInternationalDateFormat&quot;:false},&quot;IsVisible&quot;:true,&quot;PercentageCompleted&quot;:null},{&quot;$id&quot;:&quot;116&quot;,&quot;DurationValue&quot;:4.0,&quot;DurationFormat&quot;:0,&quot;InternalId&quot;:&quot;b0ce345f-5e2e-422f-9154-b35d4c1d61d1&quot;,&quot;Index&quot;:7,&quot;Color&quot;:&quot;38, 131, 198&quot;,&quot;UtcStartDate&quot;:&quot;2014-09-18T00:00:00Z&quot;,&quot;Note&quot;:null,&quot;UtcEndDate&quot;:&quot;2014-09-23T00:00:00Z&quot;,&quot;Title&quot;:&quot;Sub-task 1&quot;,&quot;Shape&quot;:4,&quot;CustomSettings&quot;:{&quot;$id&quot;:&quot;117&quot;,&quot;TitleWidth&quot;:48.62504,&quot;TitleFontSettings&quot;:{&quot;$id&quot;:&quot;118&quot;,&quot;FontSize&quot;:11,&quot;FontName&quot;:&quot;Calibri&quot;,&quot;IsBold&quot;:false,&quot;IsItalic&quot;:false,&quot;IsUnderlined&quot;:false,&quot;ForegroundColor&quot;:&quot;0, 112, 192&quot;,&quot;BackColor&quot;:null},&quot;StartDateFontSettings&quot;:{&quot;$id&quot;:&quot;119&quot;,&quot;FontSize&quot;:10,&quot;FontName&quot;:&quot;Calibri&quot;,&quot;IsBold&quot;:false,&quot;IsItalic&quot;:false,&quot;IsUnderlined&quot;:false,&quot;ForegroundColor&quot;:&quot;68, 84, 106&quot;,&quot;BackColor&quot;:null},&quot;EndDateFontSettings&quot;:{&quot;$id&quot;:&quot;120&quot;,&quot;FontSize&quot;:10,&quot;FontName&quot;:&quot;Calibri&quot;,&quot;IsBold&quot;:false,&quot;IsItalic&quot;:false,&quot;IsUnderlined&quot;:false,&quot;ForegroundColor&quot;:&quot;68, 84, 106&quot;,&quot;BackColor&quot;:null},&quot;DurationFontSettings&quot;:{&quot;$id&quot;:&quot;121&quot;,&quot;FontSize&quot;:10,&quot;FontName&quot;:&quot;Calibri&quot;,&quot;IsBold&quot;:false,&quot;IsItalic&quot;:false,&quot;IsUnderlined&quot;:false,&quot;ForegroundColor&quot;:&quot;White&quot;,&quot;BackColor&quot;:null},&quot;TasksSpacing&quot;:2,&quot;ShapeHeight&quot;:10.0,&quot;VerticalConnectorSettings&quot;:{&quot;$id&quot;:&quot;122&quot;,&quot;Color&quot;:&quot;204, 204, 204&quot;,&quot;IsVisible&quot;:false,&quot;LineWeight&quot;:0.0},&quot;HorizontalConnectorSettings&quot;:{&quot;$id&quot;:&quot;123&quot;,&quot;Color&quot;:&quot;231, 230, 230&quot;,&quot;IsVisible&quot;:true,&quot;LineWeight&quot;:0.1},&quot;TaskShapeBorderSettings&quot;:{&quot;$id&quot;:&quot;124&quot;,&quot;Color&quot;:&quot;Red&quot;,&quot;LineWeight&quot;:0.0},&quot;SmartTitleForeground&quot;:&quot;Black&quot;,&quot;SmartTitleForegroundIsActive&quot;:false,&quot;SmartDurationForeground&quot;:&quot;Black&quot;,&quot;SmartDurationForegroundIsActive&quot;:false,&quot;SmartDateForeground&quot;:&quot;68, 84, 106&quot;,&quot;SmartDateForegroundIsActive&quot;:false,&quot;SmartPercentageCompletedForeground&quot;:&quot;237, 125, 49&quot;,&quot;SmartPercentageCompletedIsActive&quot;:false,&quot;IncludeNonWorkingDaysInDuration&quot;:false,&quot;WorkingDays&quot;:31,&quot;PercentageCompletedFontSettings&quot;:{&quot;$id&quot;:&quot;125&quot;,&quot;FontSize&quot;:10,&quot;FontName&quot;:&quot;Calibri&quot;,&quot;IsBold&quot;:false,&quot;IsItalic&quot;:false,&quot;IsUnderlined&quot;:false,&quot;ForegroundColor&quot;:&quot;237, 125, 49&quot;,&quot;BackColor&quot;:null},&quot;PercentageCompletedPosition&quot;:0},&quot;TaskDatePosition&quot;:3,&quot;TaskTitlePosition&quot;:3,&quot;TaskDurationPosition&quot;:1,&quot;TaskTitleIsWider&quot;:false,&quot;TaskDurationIsWider&quot;:false,&quot;TaskDateIsWider&quot;:false,&quot;TaskPercentageCompletedIsWider&quot;:false,&quot;DateFormat&quot;:{&quot;$id&quot;:&quot;126&quot;,&quot;FormatString&quot;:&quot;M/d&quot;,&quot;Separator&quot;:&quot;/&quot;,&quot;UseInternationalDateFormat&quot;:false},&quot;IsVisible&quot;:true,&quot;PercentageCompleted&quot;:null},{&quot;$id&quot;:&quot;127&quot;,&quot;DurationValue&quot;:3.0,&quot;DurationFormat&quot;:0,&quot;InternalId&quot;:&quot;d480600d-ed40-42c4-8ee5-e80e5b71a336&quot;,&quot;Index&quot;:8,&quot;Color&quot;:&quot;38, 131, 198&quot;,&quot;UtcStartDate&quot;:&quot;2014-09-24T00:00:00Z&quot;,&quot;Note&quot;:null,&quot;UtcEndDate&quot;:&quot;2014-09-26T00:00:00Z&quot;,&quot;Title&quot;:&quot;Sub-task 2&quot;,&quot;Shape&quot;:3,&quot;CustomSettings&quot;:{&quot;$id&quot;:&quot;128&quot;,&quot;TitleWidth&quot;:48.62504,&quot;TitleFontSettings&quot;:{&quot;$id&quot;:&quot;129&quot;,&quot;FontSize&quot;:11,&quot;FontName&quot;:&quot;Calibri&quot;,&quot;IsBold&quot;:false,&quot;IsItalic&quot;:false,&quot;IsUnderlined&quot;:false,&quot;ForegroundColor&quot;:&quot;0, 112, 192&quot;,&quot;BackColor&quot;:null},&quot;StartDateFontSettings&quot;:{&quot;$id&quot;:&quot;130&quot;,&quot;FontSize&quot;:10,&quot;FontName&quot;:&quot;Calibri&quot;,&quot;IsBold&quot;:false,&quot;IsItalic&quot;:false,&quot;IsUnderlined&quot;:false,&quot;ForegroundColor&quot;:&quot;68, 84, 106&quot;,&quot;BackColor&quot;:null},&quot;EndDateFontSettings&quot;:{&quot;$id&quot;:&quot;131&quot;,&quot;FontSize&quot;:10,&quot;FontName&quot;:&quot;Calibri&quot;,&quot;IsBold&quot;:false,&quot;IsItalic&quot;:false,&quot;IsUnderlined&quot;:false,&quot;ForegroundColor&quot;:&quot;68, 84, 106&quot;,&quot;BackColor&quot;:null},&quot;DurationFontSettings&quot;:{&quot;$id&quot;:&quot;132&quot;,&quot;FontSize&quot;:10,&quot;FontName&quot;:&quot;Calibri&quot;,&quot;IsBold&quot;:false,&quot;IsItalic&quot;:false,&quot;IsUnderlined&quot;:false,&quot;ForegroundColor&quot;:&quot;White&quot;,&quot;BackColor&quot;:null},&quot;TasksSpacing&quot;:2,&quot;ShapeHeight&quot;:10.0,&quot;VerticalConnectorSettings&quot;:{&quot;$id&quot;:&quot;133&quot;,&quot;Color&quot;:&quot;204, 204, 204&quot;,&quot;IsVisible&quot;:false,&quot;LineWeight&quot;:0.0},&quot;HorizontalConnectorSettings&quot;:{&quot;$id&quot;:&quot;134&quot;,&quot;Color&quot;:&quot;231, 230, 230&quot;,&quot;IsVisible&quot;:true,&quot;LineWeight&quot;:0.1},&quot;TaskShapeBorderSettings&quot;:{&quot;$id&quot;:&quot;135&quot;,&quot;Color&quot;:&quot;Red&quot;,&quot;LineWeight&quot;:0.0},&quot;SmartTitleForeground&quot;:&quot;Black&quot;,&quot;SmartTitleForegroundIsActive&quot;:false,&quot;SmartDurationForeground&quot;:&quot;Black&quot;,&quot;SmartDurationForegroundIsActive&quot;:false,&quot;SmartDateForeground&quot;:&quot;68, 84, 106&quot;,&quot;SmartDateForegroundIsActive&quot;:false,&quot;SmartPercentageCompletedForeground&quot;:&quot;237, 125, 49&quot;,&quot;SmartPercentageCompletedIsActive&quot;:false,&quot;IncludeNonWorkingDaysInDuration&quot;:false,&quot;WorkingDays&quot;:31,&quot;PercentageCompletedFontSettings&quot;:{&quot;$id&quot;:&quot;136&quot;,&quot;FontSize&quot;:10,&quot;FontName&quot;:&quot;Calibri&quot;,&quot;IsBold&quot;:false,&quot;IsItalic&quot;:false,&quot;IsUnderlined&quot;:false,&quot;ForegroundColor&quot;:&quot;237, 125, 49&quot;,&quot;BackColor&quot;:null},&quot;PercentageCompletedPosition&quot;:0},&quot;TaskDatePosition&quot;:3,&quot;TaskTitlePosition&quot;:3,&quot;TaskDurationPosition&quot;:1,&quot;TaskTitleIsWider&quot;:false,&quot;TaskDurationIsWider&quot;:false,&quot;TaskDateIsWider&quot;:false,&quot;TaskPercentageCompletedIsWider&quot;:false,&quot;DateFormat&quot;:{&quot;$id&quot;:&quot;137&quot;,&quot;FormatString&quot;:&quot;M/d&quot;,&quot;Separator&quot;:&quot;/&quot;,&quot;UseInternationalDateFormat&quot;:false},&quot;IsVisible&quot;:true,&quot;PercentageCompleted&quot;:null},{&quot;$id&quot;:&quot;138&quot;,&quot;DurationValue&quot;:5.0,&quot;DurationFormat&quot;:0,&quot;InternalId&quot;:&quot;2f8fa407-3845-497c-9859-61879fe02bd9&quot;,&quot;Index&quot;:9,&quot;Color&quot;:&quot;38, 131, 198&quot;,&quot;UtcStartDate&quot;:&quot;2014-09-27T00:00:00Z&quot;,&quot;Note&quot;:null,&quot;UtcEndDate&quot;:&quot;2014-10-03T00:00:00Z&quot;,&quot;Title&quot;:&quot;Sub-task 3&quot;,&quot;Shape&quot;:4,&quot;CustomSettings&quot;:{&quot;$id&quot;:&quot;139&quot;,&quot;TitleWidth&quot;:48.62504,&quot;TitleFontSettings&quot;:{&quot;$id&quot;:&quot;140&quot;,&quot;FontSize&quot;:11,&quot;FontName&quot;:&quot;Calibri&quot;,&quot;IsBold&quot;:false,&quot;IsItalic&quot;:false,&quot;IsUnderlined&quot;:false,&quot;ForegroundColor&quot;:&quot;0, 112, 192&quot;,&quot;BackColor&quot;:null},&quot;StartDateFontSettings&quot;:{&quot;$id&quot;:&quot;141&quot;,&quot;FontSize&quot;:10,&quot;FontName&quot;:&quot;Calibri&quot;,&quot;IsBold&quot;:false,&quot;IsItalic&quot;:false,&quot;IsUnderlined&quot;:false,&quot;ForegroundColor&quot;:&quot;68, 84, 106&quot;,&quot;BackColor&quot;:null},&quot;EndDateFontSettings&quot;:{&quot;$id&quot;:&quot;142&quot;,&quot;FontSize&quot;:10,&quot;FontName&quot;:&quot;Calibri&quot;,&quot;IsBold&quot;:false,&quot;IsItalic&quot;:false,&quot;IsUnderlined&quot;:false,&quot;ForegroundColor&quot;:&quot;68, 84, 106&quot;,&quot;BackColor&quot;:null},&quot;DurationFontSettings&quot;:{&quot;$id&quot;:&quot;143&quot;,&quot;FontSize&quot;:10,&quot;FontName&quot;:&quot;Calibri&quot;,&quot;IsBold&quot;:false,&quot;IsItalic&quot;:false,&quot;IsUnderlined&quot;:false,&quot;ForegroundColor&quot;:&quot;White&quot;,&quot;BackColor&quot;:null},&quot;TasksSpacing&quot;:2,&quot;ShapeHeight&quot;:10.0,&quot;VerticalConnectorSettings&quot;:{&quot;$id&quot;:&quot;144&quot;,&quot;Color&quot;:&quot;204, 204, 204&quot;,&quot;IsVisible&quot;:false,&quot;LineWeight&quot;:0.0},&quot;HorizontalConnectorSettings&quot;:{&quot;$id&quot;:&quot;145&quot;,&quot;Color&quot;:&quot;231, 230, 230&quot;,&quot;IsVisible&quot;:true,&quot;LineWeight&quot;:0.1},&quot;TaskShapeBorderSettings&quot;:{&quot;$id&quot;:&quot;146&quot;,&quot;Color&quot;:&quot;Red&quot;,&quot;LineWeight&quot;:0.0},&quot;SmartTitleForeground&quot;:&quot;Black&quot;,&quot;SmartTitleForegroundIsActive&quot;:false,&quot;SmartDurationForeground&quot;:&quot;Black&quot;,&quot;SmartDurationForegroundIsActive&quot;:false,&quot;SmartDateForeground&quot;:&quot;68, 84, 106&quot;,&quot;SmartDateForegroundIsActive&quot;:false,&quot;SmartPercentageCompletedForeground&quot;:&quot;237, 125, 49&quot;,&quot;SmartPercentageCompletedIsActive&quot;:false,&quot;IncludeNonWorkingDaysInDuration&quot;:false,&quot;WorkingDays&quot;:31,&quot;PercentageCompletedFontSettings&quot;:{&quot;$id&quot;:&quot;147&quot;,&quot;FontSize&quot;:10,&quot;FontName&quot;:&quot;Calibri&quot;,&quot;IsBold&quot;:false,&quot;IsItalic&quot;:false,&quot;IsUnderlined&quot;:false,&quot;ForegroundColor&quot;:&quot;237, 125, 49&quot;,&quot;BackColor&quot;:null},&quot;PercentageCompletedPosition&quot;:0},&quot;TaskDatePosition&quot;:3,&quot;TaskTitlePosition&quot;:3,&quot;TaskDurationPosition&quot;:1,&quot;TaskTitleIsWider&quot;:false,&quot;TaskDurationIsWider&quot;:false,&quot;TaskDateIsWider&quot;:false,&quot;TaskPercentageCompletedIsWider&quot;:false,&quot;DateFormat&quot;:{&quot;$id&quot;:&quot;148&quot;,&quot;FormatString&quot;:&quot;M/d&quot;,&quot;Separator&quot;:&quot;/&quot;,&quot;UseInternationalDateFormat&quot;:false},&quot;IsVisible&quot;:true,&quot;PercentageCompleted&quot;:null},{&quot;$id&quot;:&quot;149&quot;,&quot;DurationValue&quot;:4.0,&quot;DurationFormat&quot;:0,&quot;InternalId&quot;:&quot;452ffbff-6434-49bf-898b-842030269d79&quot;,&quot;Index&quot;:10,&quot;Color&quot;:&quot;38, 131, 198&quot;,&quot;UtcStartDate&quot;:&quot;2014-09-27T00:00:00Z&quot;,&quot;Note&quot;:null,&quot;UtcEndDate&quot;:&quot;2014-10-02T00:00:00Z&quot;,&quot;Title&quot;:&quot;Sub-task 4&quot;,&quot;Shape&quot;:3,&quot;CustomSettings&quot;:{&quot;$id&quot;:&quot;150&quot;,&quot;TitleWidth&quot;:48.62504,&quot;TitleFontSettings&quot;:{&quot;$id&quot;:&quot;151&quot;,&quot;FontSize&quot;:11,&quot;FontName&quot;:&quot;Calibri&quot;,&quot;IsBold&quot;:false,&quot;IsItalic&quot;:false,&quot;IsUnderlined&quot;:false,&quot;ForegroundColor&quot;:&quot;0, 112, 192&quot;,&quot;BackColor&quot;:null},&quot;StartDateFontSettings&quot;:{&quot;$id&quot;:&quot;152&quot;,&quot;FontSize&quot;:10,&quot;FontName&quot;:&quot;Calibri&quot;,&quot;IsBold&quot;:false,&quot;IsItalic&quot;:false,&quot;IsUnderlined&quot;:false,&quot;ForegroundColor&quot;:&quot;68, 84, 106&quot;,&quot;BackColor&quot;:null},&quot;EndDateFontSettings&quot;:{&quot;$id&quot;:&quot;153&quot;,&quot;FontSize&quot;:10,&quot;FontName&quot;:&quot;Calibri&quot;,&quot;IsBold&quot;:false,&quot;IsItalic&quot;:false,&quot;IsUnderlined&quot;:false,&quot;ForegroundColor&quot;:&quot;68, 84, 106&quot;,&quot;BackColor&quot;:null},&quot;DurationFontSettings&quot;:{&quot;$id&quot;:&quot;154&quot;,&quot;FontSize&quot;:10,&quot;FontName&quot;:&quot;Calibri&quot;,&quot;IsBold&quot;:false,&quot;IsItalic&quot;:false,&quot;IsUnderlined&quot;:false,&quot;ForegroundColor&quot;:&quot;237, 125, 49&quot;,&quot;BackColor&quot;:null},&quot;TasksSpacing&quot;:2,&quot;ShapeHeight&quot;:10.0,&quot;VerticalConnectorSettings&quot;:{&quot;$id&quot;:&quot;155&quot;,&quot;Color&quot;:&quot;204, 204, 204&quot;,&quot;IsVisible&quot;:false,&quot;LineWeight&quot;:0.0},&quot;HorizontalConnectorSettings&quot;:{&quot;$id&quot;:&quot;156&quot;,&quot;Color&quot;:&quot;231, 230, 230&quot;,&quot;IsVisible&quot;:true,&quot;LineWeight&quot;:0.1},&quot;TaskShapeBorderSettings&quot;:{&quot;$id&quot;:&quot;157&quot;,&quot;Color&quot;:&quot;Red&quot;,&quot;LineWeight&quot;:0.0},&quot;SmartTitleForeground&quot;:&quot;Black&quot;,&quot;SmartTitleForegroundIsActive&quot;:false,&quot;SmartDurationForeground&quot;:&quot;White&quot;,&quot;SmartDurationForegroundIsActive&quot;:true,&quot;SmartDateForeground&quot;:&quot;68, 84, 106&quot;,&quot;SmartDateForegroundIsActive&quot;:false,&quot;SmartPercentageCompletedForeground&quot;:&quot;237, 125, 49&quot;,&quot;SmartPercentageCompletedIsActive&quot;:false,&quot;IncludeNonWorkingDaysInDuration&quot;:false,&quot;WorkingDays&quot;:31,&quot;PercentageCompletedFontSettings&quot;:{&quot;$id&quot;:&quot;158&quot;,&quot;FontSize&quot;:10,&quot;FontName&quot;:&quot;Calibri&quot;,&quot;IsBold&quot;:false,&quot;IsItalic&quot;:false,&quot;IsUnderlined&quot;:false,&quot;ForegroundColor&quot;:&quot;237, 125, 49&quot;,&quot;BackColor&quot;:null},&quot;PercentageCompletedPosition&quot;:0},&quot;TaskDatePosition&quot;:3,&quot;TaskTitlePosition&quot;:3,&quot;TaskDurationPosition&quot;:1,&quot;TaskTitleIsWider&quot;:false,&quot;TaskDurationIsWider&quot;:false,&quot;TaskDateIsWider&quot;:false,&quot;TaskPercentageCompletedIsWider&quot;:false,&quot;DateFormat&quot;:{&quot;$id&quot;:&quot;159&quot;,&quot;FormatString&quot;:&quot;M/d&quot;,&quot;Separator&quot;:&quot;/&quot;,&quot;UseInternationalDateFormat&quot;:false},&quot;IsVisible&quot;:true,&quot;PercentageCompleted&quot;:null}],&quot;Style&quot;:{&quot;$id&quot;:&quot;160&quot;,&quot;TimelineSettings&quot;:{&quot;$id&quot;:&quot;161&quot;,&quot;TodayMarkerColor&quot;:&quot;178, 14, 18&quot;,&quot;TodayMarkerFontSettings&quot;:{&quot;$id&quot;:&quot;162&quot;,&quot;FontSize&quot;:12,&quot;FontName&quot;:&quot;Calibri&quot;,&quot;IsBold&quot;:false,&quot;IsItalic&quot;:false,&quot;IsUnderlined&quot;:false,&quot;ForegroundColor&quot;:&quot;Black&quot;,&quot;BackColor&quot;:null},&quot;StartYearFont&quot;:{&quot;$id&quot;:&quot;163&quot;,&quot;FontSize&quot;:18,&quot;FontName&quot;:&quot;Calibri&quot;,&quot;IsBold&quot;:true,&quot;IsItalic&quot;:false,&quot;IsUnderlined&quot;:false,&quot;ForegroundColor&quot;:&quot;237, 125, 49&quot;,&quot;BackColor&quot;:null},&quot;EndYearFont&quot;:{&quot;$id&quot;:&quot;164&quot;,&quot;FontSize&quot;:18,&quot;FontName&quot;:&quot;Calibri&quot;,&quot;IsBold&quot;:true,&quot;IsItalic&quot;:false,&quot;IsUnderlined&quot;:false,&quot;ForegroundColor&quot;:&quot;237, 125, 49&quot;,&quot;BackColor&quot;:null},&quot;IsThin&quot;:false,&quot;Has3DEffect&quot;:true,&quot;TimebandIsRounded&quot;:false,&quot;TimebandColor&quot;:&quot;31, 73, 125&quot;,&quot;TimebandFontSettings&quot;:{&quot;$id&quot;:&quot;165&quot;,&quot;FontSize&quot;:12,&quot;FontName&quot;:&quot;Calibri&quot;,&quot;IsBold&quot;:false,&quot;IsItalic&quot;:false,&quot;IsUnderlined&quot;:false,&quot;ForegroundColor&quot;:&quot;White&quot;,&quot;BackColor&quot;:null},&quot;ElapsedTimeColor&quot;:&quot;178, 14, 18&quot;,&quot;ElapsedTimeStyle&quot;:2,&quot;TodayMarkerPosition&quot;:2,&quot;CapsPosition&quot;:0},&quot;DefaultMilestoneSettings&quot;:{&quot;$id&quot;:&quot;166&quot;,&quot;FlagConnectorSettings&quot;:{&quot;$id&quot;:&quot;167&quot;,&quot;Color&quot;:&quot;79, 129, 189&quot;,&quot;IsVisible&quot;:false,&quot;LineWeight&quot;:0.1},&quot;DateFormat&quot;:{&quot;$id&quot;:&quot;168&quot;,&quot;FormatString&quot;:&quot;MMM d&quot;,&quot;Separator&quot;:&quot;/&quot;,&quot;UseInternationalDateFormat&quot;:false},&quot;IsDateVisible&quot;:true,&quot;TitleFontSettings&quot;:{&quot;$id&quot;:&quot;169&quot;,&quot;FontSize&quot;:11,&quot;FontName&quot;:&quot;Calibri&quot;,&quot;IsBold&quot;:true,&quot;IsItalic&quot;:false,&quot;IsUnderlined&quot;:false,&quot;ForegroundColor&quot;:&quot;Black&quot;,&quot;BackColor&quot;:null},&quot;DateFontSettings&quot;:{&quot;$id&quot;:&quot;170&quot;,&quot;FontSize&quot;:10,&quot;FontName&quot;:&quot;Calibri&quot;,&quot;IsBold&quot;:false,&quot;IsItalic&quot;:false,&quot;IsUnderlined&quot;:false,&quot;ForegroundColor&quot;:&quot;68, 84, 106&quot;,&quot;BackColor&quot;:null},&quot;ConnectorSettings&quot;:{&quot;$id&quot;:&quot;171&quot;,&quot;Color&quot;:&quot;&quot;,&quot;IsVisible&quot;:false,&quot;LineWeight&quot;:0.1}},&quot;DefaultTaskSettings&quot;:{&quot;$id&quot;:&quot;172&quot;,&quot;DateFontSettings&quot;:{&quot;$id&quot;:&quot;173&quot;,&quot;FontSize&quot;:10,&quot;FontName&quot;:&quot;Calibri&quot;,&quot;IsBold&quot;:false,&quot;IsItalic&quot;:false,&quot;IsUnderlined&quot;:false,&quot;ForegroundColor&quot;:&quot;68, 84, 106&quot;,&quot;BackColor&quot;:null},&quot;StartDateFontSettings&quot;:{&quot;$id&quot;:&quot;174&quot;,&quot;FontSize&quot;:12,&quot;FontName&quot;:&quot;Calibri&quot;,&quot;IsBold&quot;:false,&quot;IsItalic&quot;:false,&quot;IsUnderlined&quot;:false,&quot;ForegroundColor&quot;:&quot;White&quot;,&quot;BackColor&quot;:null},&quot;EndDateFontSettings&quot;:{&quot;$id&quot;:&quot;175&quot;,&quot;FontSize&quot;:12,&quot;FontName&quot;:&quot;Calibri&quot;,&quot;IsBold&quot;:false,&quot;IsItalic&quot;:false,&quot;IsUnderlined&quot;:false,&quot;ForegroundColor&quot;:&quot;White&quot;,&quot;BackColor&quot;:null},&quot;DurationFontSettings&quot;:{&quot;$id&quot;:&quot;176&quot;,&quot;FontSize&quot;:10,&quot;FontName&quot;:&quot;Calibri&quot;,&quot;IsBold&quot;:false,&quot;IsItalic&quot;:false,&quot;IsUnderlined&quot;:false,&quot;ForegroundColor&quot;:&quot;237, 125, 49&quot;,&quot;BackColor&quot;:null},&quot;IsThick&quot;:false,&quot;TasksAboveTimeband&quot;:false,&quot;DateFormat&quot;:{&quot;$id&quot;:&quot;177&quot;,&quot;FormatString&quot;:&quot;M/d&quot;,&quot;Separator&quot;:&quot;/&quot;,&quot;UseInternationalDateFormat&quot;:false},&quot;DurationPosition&quot;:1,&quot;DurationFormat&quot;:0,&quot;RenderLongTaskTitleAboveTaskShape&quot;:false,&quot;IsHorizontalConnectorVisible&quot;:true,&quot;IsVerticalConnectorVisible&quot;:false,&quot;IntervalTextPosition&quot;:3,&quot;IntervalDatePosition&quot;:3,&quot;TitleWidth&quot;:null,&quot;TitleFontSettings&quot;:{&quot;$id&quot;:&quot;178&quot;,&quot;FontSize&quot;:11,&quot;FontName&quot;:&quot;Calibri&quot;,&quot;IsBold&quot;:true,&quot;IsItalic&quot;:false,&quot;IsUnderlined&quot;:false,&quot;ForegroundColor&quot;:&quot;Black&quot;,&quot;BackColor&quot;:null},&quot;TasksSpacing&quot;:5,&quot;ShapeHeight&quot;:16.0,&quot;VerticalConnectorSettings&quot;:{&quot;$id&quot;:&quot;179&quot;,&quot;Color&quot;:&quot;204, 204, 204&quot;,&quot;IsVisible&quot;:false,&quot;LineWeight&quot;:0.0},&quot;HorizontalConnectorSettings&quot;:{&quot;$id&quot;:&quot;180&quot;,&quot;Color&quot;:&quot;91, 155, 213&quot;,&quot;IsVisible&quot;:true,&quot;LineWeight&quot;:0.1},&quot;TaskShapeBorderSettings&quot;:{&quot;$id&quot;:&quot;181&quot;,&quot;Color&quot;:&quot;Red&quot;,&quot;LineWeight&quot;:0.0},&quot;SmartTitleForeground&quot;:&quot;&quot;,&quot;SmartTitleForegroundIsActive&quot;:false,&quot;SmartDurationForeground&quot;:&quot;&quot;,&quot;SmartDurationForegroundIsActive&quot;:false,&quot;SmartDateForeground&quot;:&quot;&quot;,&quot;SmartDateForegroundIsActive&quot;:false,&quot;SmartPercentageCompletedForeground&quot;:&quot;&quot;,&quot;SmartPercentageCompletedIsActive&quot;:false,&quot;IncludeNonWorkingDaysInDuration&quot;:false,&quot;WorkingDays&quot;:31,&quot;PercentageCompletedFontSettings&quot;:{&quot;$id&quot;:&quot;182&quot;,&quot;FontSize&quot;:10,&quot;FontName&quot;:&quot;Calibri&quot;,&quot;IsBold&quot;:false,&quot;IsItalic&quot;:false,&quot;IsUnderlined&quot;:false,&quot;ForegroundColor&quot;:&quot;237, 125, 49&quot;,&quot;BackColor&quot;:null},&quot;PercentageCompletedPosition&quot;:0},&quot;ScaleSettings&quot;:{&quot;$id&quot;:&quot;183&quot;,&quot;DateFormat&quot;:&quot;MMM&quot;,&quot;IntervalType&quot;:0,&quot;UseAutomaticTimeScale&quot;:true,&quot;CustomTimeScaleUtcStartDate&quot;:&quot;2014-08-29T00:00:00Z&quot;,&quot;CustomTimeScaleUtcEndDate&quot;:&quot;2014-10-03T00:00:00Z&quot;}},&quot;TimebandVerticalPosition&quot;:{&quot;$id&quot;:&quot;184&quot;,&quot;QuickPosition&quot;:3,&quot;RelativePosition&quot;:30.0,&quot;AbsolutePosition&quot;:162.0,&quot;PreviousAbsolutePosition&quot;:162.0},&quot;Settings&quot;:{&quot;$id&quot;:&quot;185&quot;,&quot;ImpaOptions&quot;:null,&quot;UseCompression&quot;:false,&quot;CompresionPercentage&quot;:50.0,&quot;InactiveIntervalWidthThreshold&quot;:30.0,&quot;InactiveIntervalWidth&quot;:1.0,&quot;SplitTasks&quot;:false,&quot;UseCluster&quot;:false,&quot;Epsilon&quot;:0.0,&quot;MinPointsToFormACluster&quot;:2,&quot;GenerateInvisibleShapes&quot;:false}}"/>
  <p:tag name="__PART_0" val="eyIkaWQiOiIxIiwiQ3VsdHVyZUluZm9OYW1lIjoiZW4tVVMiLCJTdHlsZU5hbWUiOiJTdGFuZGFyZCIsIklzVGVtcGxhdGUiOnRydWUsIlZlcnNpb24iOnsiJGlkIjoiMiIsIlZlcnNpb24iOiIzLjAuMSIsIk9yaWdpbmFsQXNzZW1ibHlWZXJzaW9uIjoiMi4wMi4wMS4wMCIsIkVkaXRpb24iOiJQbHVzIiwiSXNQbHVzRWRpdGlvbiI6dHJ1ZX0sIkVmZmVjdCI6MSwiU3R5bGUiOnsiJGlkIjoiMyIsIlRpbWViYW5kU3R5bGUiOnsiJGlkIjoiNCIsIlNjYWxlTWFya2luZyI6MCwiU2hhcGUiOjAsIlNoYXBlU3R5bGUiOnsiJGlkIjoiNSIsIk1hcmdpbiI6eyIkaWQiOiI2IiwiVG9wIjowLCJMZWZ0IjoxMCwiUmlnaHQiOjEwLCJCb3R0b20iOjB9LCJQYWRkaW5nIjp7IiRpZCI6IjciLCJUb3AiOjMsIkxlZnQiOjAsIlJpZ2h0IjowLCJCb3R0b20iOjN9LCJCYWNrZ3JvdW5kIjp7IiRpZCI6IjgiLCJDb2xvciI6eyIkaWQiOiI5IiwiQSI6MjU1LCJSIjozMSwiRyI6NzMsIkIiOjEyNX19LCJJc1Zpc2libGUiOnRydWUsIldpZHRoIjo4NTguMCwiSGVpZ2h0IjozMC4wLCJCb3JkZXJTdHlsZSI6eyIkaWQiOiIxMCIsIkxpbmVDb2xvciI6eyIkaWQiOiIxMSIsIiR0eXBlIjoiTkxSRS5Db21tb24uRG9tLlNvbGlkQ29sb3JCcnVzaCwgTkxSRS5Db21tb24iLCJDb2xvciI6eyIkaWQiOiIxMiIsIkEiOjI1NSwiUiI6MjU1LCJHIjowLCJCIjowfX0sIkxpbmVXZWlnaHQiOjAuMCwiTGluZVR5cGUiOjAsIlBhcmVudFN0eWxlIjpudWxsfSwiUGFyZW50U3R5bGUiOm51bGx9LCJSaWdodEVuZENhcHNTdHlsZSI6eyIkaWQiOiIxMyIsIkZvbnRTZXR0aW5ncyI6eyIkaWQiOiIxNCIsIkZvbnRTaXplIjoxOCwiRm9udE5hbWUiOiJDYWxpYnJpIiwiSXNCb2xkIjp0cnVlLCJJc0l0YWxpYyI6ZmFsc2UsIklzVW5kZXJsaW5lZCI6ZmFsc2UsIlBhcmVudFN0eWxlIjpudWxsfSwiQXV0b1NpemUiOjAsIkZvcmVncm91bmQiOnsiJGlkIjoiMTUiLCJDb2xvciI6eyIkaWQiOiIxNiIsIkEiOjI1NSwiUiI6MjM3LCJHIjoxMjUsIkIiOjQ5fX0sIk1heFdpZHRoIjoyMDAuMCwiTWF4SGVpZ2h0IjoiSW5maW5pdHkiLCJTbWFydEZvcmVncm91bmRJc0FjdGl2ZSI6ZmFsc2UsIkhvcml6b250YWxBbGlnbm1lbnQiOjAsIlZlcnRpY2FsQWxpZ25tZW50IjowLCJTbWFydEZvcmVncm91bmQiOm51bGwsIk1hcmdpbiI6eyIkaWQiOiIxNyIsIlRvcCI6MCwiTGVmdCI6MCwiUmlnaHQiOjIwLCJCb3R0b20iOjB9LCJQYWRkaW5nIjp7IiRpZCI6IjE4IiwiVG9wIjowLCJMZWZ0IjowLCJSaWdodCI6MCwiQm90dG9tIjowfSwiQmFja2dyb3VuZCI6eyIkaWQiOiIxOSIsIkNvbG9yIjp7IiRpZCI6IjIwIiwiQSI6ODksIlIiOjAsIkciOjAsIkIiOjB9fSwiSXNWaXNpYmxlIjpmYWxzZSwiV2lkdGgiOjAuMCwiSGVpZ2h0IjowLjAsIkJvcmRlclN0eWxlIjpudWxsLCJQYXJlbnRTdHlsZSI6bnVsbH0sIkxlZnRFbmRDYXBzU3R5bGUiOnsiJGlkIjoiMjEiLCJGb250U2V0dGluZ3MiOnsiJGlkIjoiMjIiLCJGb250U2l6ZSI6MTgsIkZvbnROYW1lIjoiQ2FsaWJyaSIsIklzQm9sZCI6dHJ1ZSwiSXNJdGFsaWMiOmZhbHNlLCJJc1VuZGVybGluZWQiOmZhbHNlLCJQYXJlbnRTdHlsZSI6bnVsbH0sIkF1dG9TaXplIjowLCJGb3JlZ3JvdW5kIjp7IiRpZCI6IjIzIiwiQ29sb3IiOnsiJGlkIjoiMjQiLCJBIjoyNTUsIlIiOjIzNywiRyI6MTI1LCJCIjo0OX19LCJNYXhXaWR0aCI6MjAwLjAsIk1heEhlaWdodCI6IkluZmluaXR5IiwiU21hcnRGb3JlZ3JvdW5kSXNBY3RpdmUiOmZhbHNlLCJIb3Jpem9udGFsQWxpZ25tZW50IjowLCJWZXJ0aWNhbEFsaWdubWVudCI6MCwiU21hcnRGb3JlZ3JvdW5kIjpudWxsLCJNYXJnaW4iOnsiJGlkIjoiMjUiLCJUb3AiOjAsIkxlZnQiOjIwLCJSaWdodCI6MCwiQm90dG9tIjowfSwiUGFkZGluZyI6eyIkaWQiOiIyNiIsIlRvcCI6MCwiTGVmdCI6MCwiUmlnaHQiOjAsIkJvdHRvbSI6MH0sIkJhY2tncm91bmQiOnsiJGlkIjoiMjciLCJDb2xvciI6eyIkcmVmIjoiMjAifX0sIklzVmlzaWJsZSI6ZmFsc2UsIldpZHRoIjowLjAsIkhlaWdodCI6MC4wLCJCb3JkZXJTdHlsZSI6bnVsbCwiUGFyZW50U3R5bGUiOm51bGx9LCJUb2RheVRleHRTdHlsZSI6eyIkaWQiOiIyOCIsIkZvbnRTZXR0aW5ncyI6eyIkaWQiOiIyOSIsIkZvbnRTaXplIjoxMiwiRm9udE5hbWUiOiJDYWxpYnJpIiwiSXNCb2xkIjpmYWxzZSwiSXNJdGFsaWMiOmZhbHNlLCJJc1VuZGVybGluZWQiOmZhbHNlLCJQYXJlbnRTdHlsZSI6bnVsbH0sIkF1dG9TaXplIjowLCJGb3JlZ3JvdW5kIjp7IiRpZCI6IjMwIiwiQ29sb3IiOnsiJGlkIjoiMzEiLCJBIjoyNTUsIlIiOjAsIkciOjAsIkIiOjB9fSwiTWF4V2lkdGgiOjIwMC4wLCJNYXhIZWlnaHQiOiJJbmZpbml0eSIsIlNtYXJ0Rm9yZWdyb3VuZElzQWN0aXZlIjpmYWxzZSwiSG9yaXpvbnRhbEFsaWdubWVudCI6MCwiVmVydGljYWxBbGlnbm1lbnQiOjAsIlNtYXJ0Rm9yZWdyb3VuZCI6bnVsbCwiTWFyZ2luIjp7IiRpZCI6IjMyIiwiVG9wIjowLCJMZWZ0IjowLCJSaWdodCI6MCwiQm90dG9tIjowfSwiUGFkZGluZyI6eyIkaWQiOiIzMyIsIlRvcCI6MCwiTGVmdCI6MCwiUmlnaHQiOjAsIkJvdHRvbSI6MH0sIkJhY2tncm91bmQiOnsiJGlkIjoiMzQiLCJDb2xvciI6eyIkcmVmIjoiMjAifX0sIklzVmlzaWJsZSI6dHJ1ZSwiV2lkdGgiOjAuMCwiSGVpZ2h0IjowLjAsIkJvcmRlclN0eWxlIjpudWxsLCJQYXJlbnRTdHlsZSI6bnVsbH0sIlRvZGF5TWFya2VyU3R5bGUiOnsiJGlkIjoiMzUiLCJNYXJnaW4iOnsiJGlkIjoiMzYiLCJUb3AiOjAsIkxlZnQiOjAsIlJpZ2h0IjowLCJCb3R0b20iOjB9LCJQYWRkaW5nIjp7IiRpZCI6IjM3IiwiVG9wIjowLCJMZWZ0IjowLCJSaWdodCI6MCwiQm90dG9tIjowfSwiQmFja2dyb3VuZCI6eyIkaWQiOiIzOCIsIkNvbG9yIjp7IiRpZCI6IjM5IiwiQSI6MjU1LCJSIjoxNzgsIkciOjE0LCJCIjoxOH19LCJJc1Zpc2libGUiOnRydWUsIldpZHRoIjowLjAsIkhlaWdodCI6MC4wLCJCb3JkZXJTdHlsZSI6bnVsbCwiUGFyZW50U3R5bGUiOm51bGx9LCJTY2FsZVN0eWxlIjp7IiRpZCI6IjQwIiwiU2hvd1NlZ21lbnRTZXBhcmF0b3JzIjp0cnVlLCJTZWdtZW50U2VwYXJhdG9yT3BhY2l0eSI6MzAsIkZvbnRTZXR0aW5ncyI6eyIkaWQiOiI0MSIsIkZvbnRTaXplIjoxMiwiRm9udE5hbWUiOiJDYWxpYnJpIiwiSXNCb2xkIjpmYWxzZSwiSXNJdGFsaWMiOmZhbHNlLCJJc1VuZGVybGluZWQiOmZhbHNlLCJQYXJlbnRTdHlsZSI6bnVsbH0sIkF1dG9TaXplIjowLCJGb3JlZ3JvdW5kIjp7IiRpZCI6IjQyIiwiQ29sb3IiOnsiJGlkIjoiNDMiLCJBIjoyNTUsIlIiOjI1NSwiRyI6MjU1LCJCIjoyNTV9fSwiTWF4V2lkdGgiOjIwMC4wLCJNYXhIZWlnaHQiOiJJbmZpbml0eSIsIlNtYXJ0Rm9yZWdyb3VuZElzQWN0aXZlIjpmYWxzZSwiSG9yaXpvbnRhbEFsaWdubWVudCI6MCwiVmVydGljYWxBbGlnbm1lbnQiOjEsIlNtYXJ0Rm9yZWdyb3VuZCI6bnVsbCwiTWFyZ2luIjp7IiRpZCI6IjQ0IiwiVG9wIjowLCJMZWZ0Ijo1LCJSaWdodCI6MCwiQm90dG9tIjowfSwiUGFkZGluZyI6eyIkaWQiOiI0NSIsIlRvcCI6MCwiTGVmdCI6MCwiUmlnaHQiOjAsIkJvdHRvbSI6MH0sIkJhY2tncm91bmQiOnsiJGlkIjoiNDYiLCJDb2xvciI6eyIkcmVmIjoiMjAifX0sIklzVmlzaWJsZSI6dHJ1ZSwiV2lkdGgiOjAuMCwiSGVpZ2h0IjowLjAsIkJvcmRlclN0eWxlIjpudWxsLCJQYXJlbnRTdHlsZSI6bnVsbH0sIkVsYXBzZWRUaW1lQmFja2dyb3VuZCI6eyIkaWQiOiI0NyIsIkNvbG9yIjp7IiRpZCI6IjQ4IiwiQSI6MTkxLCJSIjoxNzgsIkciOjE0LCJCIjoxOH19LCJBcHBlbmRZZWFyT25ZZWFyQ2hhbmdlIjp0cnVlLCJFbGFwc2VkVGltZUZvcm1hdCI6MiwiVG9kYXlNYXJrZXJQb3NpdGlvbiI6MiwiUXVpY2tQb3NpdGlvbiI6MywiQWJzb2x1dGVQb3NpdGlvbiI6MTYyLjAsIk1hcmdpbiI6eyIkaWQiOiI0OSIsIlRvcCI6MCwiTGVmdCI6MTAsIlJpZ2h0IjoxMCwiQm90dG9tIjowfSwiUGFkZGluZyI6eyIkaWQiOiI1MCIsIlRvcCI6MCwiTGVmdCI6MCwiUmlnaHQiOjAsIkJvdHRvbSI6MH0sIkJhY2tncm91bmQiOnsiJGlkIjoiNTEiLCJDb2xvciI6eyIkaWQiOiI1MiIsIkEiOjI1NSwiUiI6MzEsIkciOjczLCJCIjoxMjV9fSwiSXNWaXNpYmxlIjp0cnVlLCJXaWR0aCI6MC4wLCJIZWlnaHQiOjAuMCwiQm9yZGVyU3R5bGUiOm51bGwsIlBhcmVudFN0eWxlIjpudWxsfSwiRGVmYXVsdE1pbGVzdG9uZVN0eWxlIjp7IiRpZCI6IjUzIiwiU2hhcGUiOjAsIkNvbm5lY3Rvck1hcmdpbiI6eyIkaWQiOiI1NCIsIlRvcCI6MCwiTGVmdCI6MiwiUmlnaHQiOjIsIkJvdHRvbSI6MH0sIkNvbm5lY3RvclN0eWxlIjp7IiRpZCI6IjU1IiwiTGluZUNvbG9yIjp7IiRpZCI6IjU2IiwiJHR5cGUiOiJOTFJFLkNvbW1vbi5Eb20uU29saWRDb2xvckJydXNoLCBOTFJFLkNvbW1vbiIsIkNvbG9yIjp7IiRpZCI6IjU3IiwiQSI6MjU1LCJSIjo3OSwiRyI6MTI5LCJCIjoxODl9fSwiTGluZVdlaWdodCI6MS4wLCJMaW5lVHlwZSI6MCwiUGFyZW50U3R5bGUiOm51bGx9LCJJc0JlbG93VGltZWJhbmQiOmZhbHNlLCJIaWRlRGF0ZSI6ZmFsc2UsIlNoYXBlU2l6ZSI6MSwiU3BhY2luZyI6MS4wLCJQYWRkaW5nIjp7IiRpZCI6IjU4IiwiVG9wIjoxMCwiTGVmdCI6MywiUmlnaHQiOjAsIkJvdHRvbSI6MH0sIlNoYXBlU3R5bGUiOnsiJGlkIjoiNTkiLCJNYXJnaW4iOnsiJGlkIjoiNjAiLCJUb3AiOjUsIkxlZnQiOjAsIlJpZ2h0IjowLCJCb3R0b20iOjB9LCJQYWRkaW5nIjp7IiRpZCI6IjYxIiwiVG9wIjowLCJMZWZ0IjowLCJSaWdodCI6MCwiQm90dG9tIjowfSwiQmFja2dyb3VuZCI6bnVsbCwiSXNWaXNpYmxlIjp0cnVlLCJXaWR0aCI6MTguMCwiSGVpZ2h0IjoyMC4wLCJCb3JkZXJTdHlsZSI6eyIkaWQiOiI2MiIsIkxpbmVDb2xvciI6eyIkaWQiOiI2MyIsIiR0eXBlIjoiTkxSRS5Db21tb24uRG9tLlNvbGlkQ29sb3JCcnVzaCwgTkxSRS5Db21tb24iLCJDb2xvciI6eyIkaWQiOiI2NCIsIkEiOjI1NSwiUiI6MjU1LCJHIjowLCJCIjowfX0sIkxpbmVXZWlnaHQiOjAuMCwiTGluZVR5cGUiOjAsIlBhcmVudFN0eWxlIjpudWxsfSwiUGFyZW50U3R5bGUiOm51bGx9LCJUaXRsZVN0eWxlIjp7IiRpZCI6IjY1IiwiRm9udFNldHRpbmdzIjp7IiRpZCI6IjY2IiwiRm9udFNpemUiOjExLCJGb250TmFtZSI6IkNhbGlicmkiLCJJc0JvbGQiOnRydWUsIklzSXRhbGljIjpmYWxzZSwiSXNVbmRlcmxpbmVkIjpmYWxzZSwiUGFyZW50U3R5bGUiOm51bGx9LCJBdXRvU2l6ZSI6MCwiRm9yZWdyb3VuZCI6eyIkaWQiOiI2NyIsIkNvbG9yIjp7IiRpZCI6IjY4IiwiQSI6MjU1LCJSIjowLCJHIjowLCJCIjowfX0sIk1heFdpZHRoIjoyMDAuMCwiTWF4SGVpZ2h0IjoiSW5maW5pdHkiLCJTbWFydEZvcmVncm91bmRJc0FjdGl2ZSI6ZmFsc2UsIkhvcml6b250YWxBbGlnbm1lbnQiOjEsIlZlcnRpY2FsQWxpZ25tZW50IjowLCJTbWFydEZvcmVncm91bmQiOm51bGwsIk1hcmdpbiI6eyIkaWQiOiI2OSIsIlRvcCI6MCwiTGVmdCI6MCwiUmlnaHQiOjAsIkJvdHRvbSI6MH0sIlBhZGRpbmciOnsiJGlkIjoiNzAiLCJUb3AiOjAsIkxlZnQiOjAsIlJpZ2h0IjowLCJCb3R0b20iOjB9LCJCYWNrZ3JvdW5kIjp7IiRpZCI6IjcxIiwiQ29sb3IiOnsiJHJlZiI6IjIwIn19LCJJc1Zpc2libGUiOnRydWUsIldpZHRoIjowLjAsIkhlaWdodCI6MC4wLCJCb3JkZXJTdHlsZSI6bnVsbCwiUGFyZW50U3R5bGUiOm51bGx9LCJEYXRlU3R5bGUiOnsiJGlkIjoiNzIiLCJGb250U2V0dGluZ3MiOnsiJGlkIjoiNzMiLCJGb250U2l6ZSI6MTAsIkZvbnROYW1lIjoiQ2FsaWJyaSIsIklzQm9sZCI6ZmFsc2UsIklzSXRhbGljIjpmYWxzZSwiSXNVbmRlcmxpbmVkIjpmYWxzZSwiUGFyZW50U3R5bGUiOm51bGx9LCJBdXRvU2l6ZSI6MCwiRm9yZWdyb3VuZCI6eyIkaWQiOiI3NCIsIkNvbG9yIjp7IiRpZCI6Ijc1IiwiQSI6MjU1LCJSIjo2OCwiRyI6ODQsIkIiOjEwNn19LCJNYXhXaWR0aCI6MjAwLjAsIk1heEhlaWdodCI6IkluZmluaXR5IiwiU21hcnRGb3JlZ3JvdW5kSXNBY3RpdmUiOmZhbHNlLCJIb3Jpem9udGFsQWxpZ25tZW50IjowLCJWZXJ0aWNhbEFsaWdubWVudCI6MCwiU21hcnRGb3JlZ3JvdW5kIjpudWxsLCJNYXJnaW4iOnsiJGlkIjoiNzYiLCJUb3AiOjAsIkxlZnQiOjAsIlJpZ2h0IjowLCJCb3R0b20iOjB9LCJQYWRkaW5nIjp7IiRpZCI6Ijc3IiwiVG9wIjowLCJMZWZ0IjowLCJSaWdodCI6MCwiQm90dG9tIjowfSwiQmFja2dyb3VuZCI6eyIkaWQiOiI3OCIsIkNvbG9yIjp7IiRyZWYiOiIyMCJ9fSwiSXNWaXNpYmxlIjp0cnVlLCJXaWR0aCI6MC4wLCJIZWlnaHQiOjAuMCwiQm9yZGVyU3R5bGUiOm51bGwsIlBhcmVudFN0eWxlIjpudWxsfSwiRGF0ZUZvcm1hdCI6eyIkaWQiOiI3OSIsIkZvcm1hdFN0cmluZyI6Ik1NTSBkIiwiU2VwYXJhdG9yIjoiLyIsIlVzZUludGVybmF0aW9uYWxEYXRlRm9ybWF0IjpmYWxzZX0sIklzVmlzaWJsZSI6dHJ1ZSwiUGFyZW50U3R5bGUiOm51bGx9LCJEZWZhdWx0VGFza1N0eWxlIjp7IiRpZCI6IjgwIiwiU2hhcGUiOjAsIlNoYXBlVGhpY2tuZXNzIjoxLCJEdXJhdGlvbkZvcm1hdCI6MCwiSW5jbHVkZU5vbldvcmtpbmdEYXlzSW5EdXJhdGlvbiI6ZmFsc2UsIlBlcmNlbnRhZ2VDb21wbGV0ZVN0eWxlIjp7IiRpZCI6IjgxIiwiRm9udFNldHRpbmdzIjp7IiRpZCI6IjgyIiwiRm9udFNpemUiOjEwLCJGb250TmFtZSI6IkNhbGlicmkiLCJJc0JvbGQiOmZhbHNlLCJJc0l0YWxpYyI6ZmFsc2UsIklzVW5kZXJsaW5lZCI6ZmFsc2UsIlBhcmVudFN0eWxlIjpudWxsfSwiQXV0b1NpemUiOjAsIkZvcmVncm91bmQiOnsiJGlkIjoiODMiLCJDb2xvciI6eyIkaWQiOiI4NCIsIkEiOjI1NSwiUiI6MjM3LCJHIjoxMjUsIkIiOjQ5fX0sIk1heFdpZHRoIjoyMDAuMCwiTWF4SGVpZ2h0IjoiSW5maW5pdHkiLCJTbWFydEZvcmVncm91bmRJc0FjdGl2ZSI6ZmFsc2UsIkhvcml6b250YWxBbGlnbm1lbnQiOjAsIlZlcnRpY2FsQWxpZ25tZW50IjowLCJTbWFydEZvcmVncm91bmQiOm51bGwsIk1hcmdpbiI6eyIkaWQiOiI4NSIsIlRvcCI6MCwiTGVmdCI6MCwiUmlnaHQiOjAsIkJvdHRvbSI6MH0sIlBhZGRpbmciOnsiJGlkIjoiODYiLCJUb3AiOjAsIkxlZnQiOjAsIlJpZ2h0IjowLCJCb3R0b20iOjB9LCJCYWNrZ3JvdW5kIjp7IiRpZCI6Ijg3IiwiQ29sb3IiOnsiJHJlZiI6IjIwIn19LCJJc1Zpc2libGUiOnRydWUsIldpZHRoIjowLjAsIkhlaWdodCI6MC4wLCJCb3JkZXJTdHlsZSI6bnVsbCwiUGFyZW50U3R5bGUiOm51bGx9LCJEdXJhdGlvblN0eWxlIjp7IiRpZCI6Ijg4IiwiRm9udFNldHRpbmdzIjp7IiRpZCI6Ijg5IiwiRm9udFNpemUiOjEwLCJGb250TmFtZSI6IkNhbGlicmkiLCJJc0JvbGQiOmZhbHNlLCJJc0l0YWxpYyI6ZmFsc2UsIklzVW5kZXJsaW5lZCI6ZmFsc2UsIlBhcmVudFN0eWxlIjpudWxsfSwiQXV0b1NpemUiOjAsIkZvcmVncm91bmQiOnsiJGlkIjoiOTAiLCJDb2xvciI6eyIkaWQiOiI5MSIsIkEiOjI1NSwiUiI6MjM3LCJHIjoxMjUsIkIiOjQ5fX0sIk1heFdpZHRoIjoyMDAuMCwiTWF4SGVpZ2h0IjoiSW5maW5pdHkiLCJTbWFydEZvcmVncm91bmRJc0FjdGl2ZSI6dHJ1ZSwiSG9yaXpvbnRhbEFsaWdubWVudCI6MCwiVmVydGljYWxBbGlnbm1lbnQiOjAsIlNtYXJ0Rm9yZWdyb3VuZCI6bnVsbCwiTWFyZ2luIjp7IiRpZCI6IjkyIiwiVG9wIjowLCJMZWZ0IjowLCJSaWdodCI6MCwiQm90dG9tIjowfSwiUGFkZGluZyI6eyIkaWQiOiI5MyIsIlRvcCI6MCwiTGVmdCI6MCwiUmlnaHQiOjAsIkJvdHRvbSI6MH0sIkJhY2tncm91bmQiOnsiJGlkIjoiOTQiLCJDb2xvciI6eyIkcmVmIjoiMjAifX0sIklzVmlzaWJsZSI6dHJ1ZSwiV2lkdGgiOjAuMCwiSGVpZ2h0IjowLjAsIkJvcmRlclN0eWxlIjpudWxsLCJQYXJlbnRTdHlsZSI6bnVsbH0sIkhvcml6b250YWxDb25uZWN0b3JTdHlsZSI6eyIkaWQiOiI5NSIsIkxpbmVDb2xvciI6eyIkaWQiOiI5NiIsIiR0eXBlIjoiTkxSRS5Db21tb24uRG9tLlNvbGlkQ29sb3JCcnVzaCwgTkxSRS5Db21tb24iLCJDb2xvciI6eyIkaWQiOiI5NyIsIkEiOjI1NSwiUiI6OTEsIkciOjE1NSwiQiI6MjEzfX0sIkxpbmVXZWlnaHQiOjEuMCwiTGluZVR5cGUiOjAsIlBhcmVudFN0eWxlIjpudWxsfSwiVmVydGljYWxDb25uZWN0b3JTdHlsZSI6eyIkaWQiOiI5OCIsIkxpbmVDb2xvciI6eyIkaWQiOiI5OSIsIiR0eXBlIjoiTkxSRS5Db21tb24uRG9tLlNvbGlkQ29sb3JCcnVzaCwgTkxSRS5Db21tb24iLCJDb2xvciI6eyIkaWQiOiIxMDAiLCJBIjoyNTUsIlIiOjIwNCwiRyI6MjA0LCJCIjoyMDR9fSwiTGluZVdlaWdodCI6MC4wLCJMaW5lVHlwZSI6MCwiUGFyZW50U3R5bGUiOm51bGx9LCJNYXJnaW4iOm51bGwsIlN0YXJ0RGF0ZVBvc2l0aW9uIjo2LCJFbmREYXRlUG9zaXRpb24iOjYsIlRpdGxlUG9zaXRpb24iOjUsIkR1cmF0aW9uUG9zaXRpb24iOjIsIlBlcmNlbnRhZ2VDb21wbGV0ZWRQb3NpdGlvbiI6NiwiU3BhY2luZyI6NSwiSXNCZWxvd1RpbWViYW5kIjp0cnVlLCJQZXJjZW50YWdlQ29tcGxldGVTaGFwZU9wYWNpdHkiOjM1LCJTaGFwZVN0eWxlIjp7IiRpZCI6IjEwMSIsIk1hcmdpbiI6eyIkaWQiOiIxMDIiLCJUb3AiOjAsIkxlZnQiOjQsIlJpZ2h0Ijo0LCJCb3R0b20iOjB9LCJQYWRkaW5nIjp7IiRpZCI6IjEwMyIsIlRvcCI6MCwiTGVmdCI6MCwiUmlnaHQiOjAsIkJvdHRvbSI6MH0sIkJhY2tncm91bmQiOm51bGwsIklzVmlzaWJsZSI6dHJ1ZSwiV2lkdGgiOjAuMCwiSGVpZ2h0IjoxNi4wLCJCb3JkZXJTdHlsZSI6eyIkaWQiOiIxMDQiLCJMaW5lQ29sb3IiOnsiJGlkIjoiMTA1IiwiJHR5cGUiOiJOTFJFLkNvbW1vbi5Eb20uU29saWRDb2xvckJydXNoLCBOTFJFLkNvbW1vbiIsIkNvbG9yIjp7IiRpZCI6IjEwNiIsIkEiOjI1NSwiUiI6MjU1LCJHIjowLCJCIjowfX0sIkxpbmVXZWlnaHQiOjAuMCwiTGluZVR5cGUiOjAsIlBhcmVudFN0eWxlIjpudWxsfSwiUGFyZW50U3R5bGUiOm51bGx9LCJUaXRsZVN0eWxlIjp7IiRpZCI6IjEwNyIsIkZvbnRTZXR0aW5ncyI6eyIkaWQiOiIxMDgiLCJGb250U2l6ZSI6MTEsIkZvbnROYW1lIjoiQ2FsaWJyaSIsIklzQm9sZCI6dHJ1ZSwiSXNJdGFsaWMiOmZhbHNlLCJJc1VuZGVybGluZWQiOmZhbHNlLCJQYXJlbnRTdHlsZSI6bnVsbH0sIkF1dG9TaXplIjowLCJGb3JlZ3JvdW5kIjp7IiRpZCI6IjEwOSIsIkNvbG9yIjp7IiRpZCI6IjExMCIsIkEiOjI1NSwiUiI6MCwiRyI6MCwiQiI6MH19LCJNYXhXaWR0aCI6MjAwLjAsIk1heEhlaWdodCI6IkluZmluaXR5IiwiU21hcnRGb3JlZ3JvdW5kSXNBY3RpdmUiOmZhbHNlLCJIb3Jpem9udGFsQWxpZ25tZW50IjowLCJWZXJ0aWNhbEFsaWdubWVudCI6MCwiU21hcnRGb3JlZ3JvdW5kIjpudWxsLCJNYXJnaW4iOnsiJGlkIjoiMTExIiwiVG9wIjowLCJMZWZ0IjowLCJSaWdodCI6MCwiQm90dG9tIjowfSwiUGFkZGluZyI6eyIkaWQiOiIxMTIiLCJUb3AiOjAsIkxlZnQiOjAsIlJpZ2h0IjowLCJCb3R0b20iOjB9LCJCYWNrZ3JvdW5kIjp7IiRpZCI6IjExMyIsIkNvbG9yIjp7IiRyZWYiOiIyMCJ9fSwiSXNWaXNpYmxlIjp0cnVlLCJXaWR0aCI6MC4wLCJIZWlnaHQiOjAuMCwiQm9yZGVyU3R5bGUiOm51bGwsIlBhcmVudFN0eWxlIjpudWxsfSwiRGF0ZVN0eWxlIjp7IiRpZCI6IjExNCIsIkZvbnRTZXR0aW5ncyI6eyIkaWQiOiIxMTUiLCJGb250U2l6ZSI6MTIsIkZvbnROYW1lIjoiQ2FsaWJyaSIsIklzQm9sZCI6ZmFsc2UsIklzSXRhbGljIjpmYWxzZSwiSXNVbmRlcmxpbmVkIjpmYWxzZSwiUGFyZW50U3R5bGUiOm51bGx9LCJBdXRvU2l6ZSI6MCwiRm9yZWdyb3VuZCI6eyIkaWQiOiIxMTYiLCJDb2xvciI6eyIkaWQiOiIxMTciLCJBIjoyNTUsIlIiOjI1NSwiRyI6MjU1LCJCIjoyNTV9fSwiTWF4V2lkdGgiOjIwMC4wLCJNYXhIZWlnaHQiOiJJbmZpbml0eSIsIlNtYXJ0Rm9yZWdyb3VuZElzQWN0aXZlIjpmYWxzZSwiSG9yaXpvbnRhbEFsaWdubWVudCI6MCwiVmVydGljYWxBbGlnbm1lbnQiOjAsIlNtYXJ0Rm9yZWdyb3VuZCI6bnVsbCwiTWFyZ2luIjp7IiRpZCI6IjExOCIsIlRvcCI6MCwiTGVmdCI6MCwiUmlnaHQiOjAsIkJvdHRvbSI6MH0sIlBhZGRpbmciOnsiJGlkIjoiMTE5IiwiVG9wIjowLCJMZWZ0IjowLCJSaWdodCI6MCwiQm90dG9tIjowfSwiQmFja2dyb3VuZCI6eyIkaWQiOiIxMjAiLCJDb2xvciI6eyIkcmVmIjoiMjAifX0sIklzVmlzaWJsZSI6ZmFsc2UsIldpZHRoIjowLjAsIkhlaWdodCI6MC4wLCJCb3JkZXJTdHlsZSI6bnVsbCwiUGFyZW50U3R5bGUiOm51bGx9LCJEYXRlRm9ybWF0Ijp7IiRpZCI6IjEyMSIsIkZvcm1hdFN0cmluZyI6Ik0vZCIsIlNlcGFyYXRvciI6Ii8iLCJVc2VJbnRlcm5hdGlvbmFsRGF0ZUZvcm1hdCI6ZmFsc2V9LCJJc1Zpc2libGUiOnRydWUsIlBhcmVudFN0eWxlIjpudWxsfSwiU2hvd0VsYXBzZWRUaW1lR3JhZGllbnRTdHlsZSI6ZmFsc2V9LCJTY2FsZSI6eyIkaWQiOiIxMjIiLCJTdGFydERhdGUiOiIyMDE3LTA4LTI5VDIzOjU5OjU5Ljk5OVoiLCJFbmREYXRlIjoiMjAxNy0xMC0wM1QyMzo1OTo1OS45OTlaIiwiRm9ybWF0IjoiZCIsIlR5cGUiOjAsIkF1dG9EYXRlUmFuZ2UiOnRydWUsIldvcmtpbmdEYXlzIjozMSwiVG9kYXlNYXJrZXJUZXh0IjoiVG9kYXkiLCJBdXRvU2NhbGVUeXBlIjpmYWxzZX0sIk1pbGVzdG9uZXMiOlt7IiRpZCI6IjEyMyIsIkRhdGUiOiIyMDE3LTA4LTI5VDIzOjU5OjU5Ljk5OVoiLCJTdHlsZSI6eyIkaWQiOiIxMjQiLCJTaGFwZSI6MiwiQ29ubmVjdG9yTWFyZ2luIjp7IiRyZWYiOiI1NCJ9LCJDb25uZWN0b3JTdHlsZSI6eyIkaWQiOiIxMjUiLCJMaW5lQ29sb3IiOnsiJGlkIjoiMTI2IiwiJHR5cGUiOiJOTFJFLkNvbW1vbi5Eb20uU29saWRDb2xvckJydXNoLCBOTFJFLkNvbW1vbiIsIkNvbG9yIjp7IiRpZCI6IjEyNyIsIkEiOjI1NSwiUiI6MTUwLCJHIjoyMTQsIkIiOjY2fX0sIkxpbmVXZWlnaHQiOjEuMCwiTGluZVR5cGUiOjAsIlBhcmVudFN0eWxlIjp7IiRyZWYiOiI1NSJ9fSwiSXNCZWxvd1RpbWViYW5kIjpmYWxzZSwiSGlkZURhdGUiOmZhbHNlLCJTaGFwZVNpemUiOjEsIlNwYWNpbmciOjEuMCwiUGFkZGluZyI6eyIkcmVmIjoiNTgifSwiU2hhcGVTdHlsZSI6eyIkaWQiOiIxMjgiLCJNYXJnaW4iOnsiJHJlZiI6IjYwIn0sIlBhZGRpbmciOnsiJHJlZiI6IjYxIn0sIkJhY2tncm91bmQiOnsiJGlkIjoiMTI5IiwiQ29sb3IiOnsiJGlkIjoiMTMwIiwiQSI6MjU1LCJSIjoxNTAsIkciOjIxNCwiQiI6NjZ9fSwiSXNWaXNpYmxlIjp0cnVlLCJXaWR0aCI6MTMuMCwiSGVpZ2h0IjoxMy4wLCJCb3JkZXJTdHlsZSI6eyIkaWQiOiIxMzEiLCJMaW5lQ29sb3IiOnsiJHJlZiI6IjYzIn0sIkxpbmVXZWlnaHQiOjAuMCwiTGluZVR5cGUiOjAsIlBhcmVudFN0eWxlIjp7IiRyZWYiOiI2MiJ9fSwiUGFyZW50U3R5bGUiOnsiJHJlZiI6IjU5In19LCJUaXRsZVN0eWxlIjp7IiRpZCI6IjEzMiIsIkZvbnRTZXR0aW5ncyI6eyIkcmVmIjoiNjYifSwiQXV0b1NpemUiOjAsIkZvcmVncm91bmQiOnsiJHJlZiI6IjY3In0sIk1heFdpZHRoIjoyMDAuMCwiTWF4SGVpZ2h0IjoiSW5maW5pdHkiLCJTbWFydEZvcmVncm91bmRJc0FjdGl2ZSI6ZmFsc2UsIkhvcml6b250YWxBbGlnbm1lbnQiOjAsIlZlcnRpY2FsQWxpZ25tZW50IjowLCJTbWFydEZvcmVncm91bmQiOm51bGwsIk1hcmdpbiI6eyIkcmVmIjoiNjkifSwiUGFkZGluZyI6eyIkcmVmIjoiNzAifSwiQmFja2dyb3VuZCI6eyIkcmVmIjoiNzEifSwiSXNWaXNpYmxlIjp0cnVlLCJXaWR0aCI6MC4wLCJIZWlnaHQiOjAuMCwiQm9yZGVyU3R5bGUiOnsiJGlkIjoiMTMzIiwiTGluZUNvbG9yIjpudWxsLCJMaW5lV2VpZ2h0IjowLjAsIkxpbmVUeXBlIjowLCJQYXJlbnRTdHlsZSI6bnVsbH0sIlBhcmVudFN0eWxlIjp7IiRyZWYiOiI2NSJ9fSwiRGF0ZVN0eWxlIjp7IiRpZCI6IjEzNCIsIkZvbnRTZXR0aW5ncyI6eyIkcmVmIjoiNzMifSwiQXV0b1NpemUiOjAsIkZvcmVncm91bmQiOnsiJHJlZiI6Ijc0In0sIk1heFdpZHRoIjoyMDAuMCwiTWF4SGVpZ2h0IjoiSW5maW5pdHkiLCJTbWFydEZvcmVncm91bmRJc0FjdGl2ZSI6ZmFsc2UsIkhvcml6b250YWxBbGlnbm1lbnQiOjAsIlZlcnRpY2FsQWxpZ25tZW50IjowLCJTbWFydEZvcmVncm91bmQiOm51bGwsIk1hcmdpbiI6eyIkcmVmIjoiNzYifSwiUGFkZGluZyI6eyIkcmVmIjoiNzcifSwiQmFja2dyb3VuZCI6eyIkcmVmIjoiNzgifSwiSXNWaXNpYmxlIjp0cnVlLCJXaWR0aCI6MC4wLCJIZWlnaHQiOjAuMCwiQm9yZGVyU3R5bGUiOnsiJGlkIjoiMTM1IiwiTGluZUNvbG9yIjpudWxsLCJMaW5lV2VpZ2h0IjowLjAsIkxpbmVUeXBlIjowLCJQYXJlbnRTdHlsZSI6bnVsbH0sIlBhcmVudFN0eWxlIjp7IiRyZWYiOiI3MiJ9fSwiRGF0ZUZvcm1hdCI6eyIkcmVmIjoiNzkifSwiSXNWaXNpYmxlIjp0cnVlLCJQYXJlbnRTdHlsZSI6eyIkcmVmIjoiNTMifX0sIlBvc2l0aW9uIjp7IlJhdGlvIjowLjAsIklzQ3VzdG9tIjpmYWxzZX0sIklkIjoiY2NkOWVjOGYtMmFmYS00MjU5LWE3NjgtZjVlNDEzZTNiNTQ0IiwiSW1wb3J0SWQiOm51bGwsIlRpdGxlIjoiTWlsZXN0b25lIDEiLCJOb3RlIjpudWxsLCJIeXBlcmxpbmsiOm51bGwsIklzQ2hhbmdlZCI6ZmFsc2UsIklzTmV3Ijp0cnVlfSx7IiRpZCI6IjEzNiIsIkRhdGUiOiIyMDE3LTA5LTA0VDIzOjU5OjU5Ljk5OVoiLCJTdHlsZSI6eyIkaWQiOiIxMzciLCJTaGFwZSI6MiwiQ29ubmVjdG9yTWFyZ2luIjp7IiRyZWYiOiI1NCJ9LCJDb25uZWN0b3JTdHlsZSI6eyIkaWQiOiIxMzgiLCJMaW5lQ29sb3IiOnsiJGlkIjoiMTM5IiwiJHR5cGUiOiJOTFJFLkNvbW1vbi5Eb20uU29saWRDb2xvckJydXNoLCBOTFJFLkNvbW1vbiIsIkNvbG9yIjp7IiRpZCI6IjE0MCIsIkEiOjI1NSwiUiI6MTUwLCJHIjoyMTQsIkIiOjY2fX0sIkxpbmVXZWlnaHQiOjEuMCwiTGluZVR5cGUiOjAsIlBhcmVudFN0eWxlIjp7IiRyZWYiOiI1NSJ9fSwiSXNCZWxvd1RpbWViYW5kIjpmYWxzZSwiSGlkZURhdGUiOmZhbHNlLCJTaGFwZVNpemUiOjEsIlNwYWNpbmciOjEuMCwiUGFkZGluZyI6eyIkcmVmIjoiNTgifSwiU2hhcGVTdHlsZSI6eyIkaWQiOiIxNDEiLCJNYXJnaW4iOnsiJHJlZiI6IjYwIn0sIlBhZGRpbmciOnsiJHJlZiI6IjYxIn0sIkJhY2tncm91bmQiOnsiJGlkIjoiMTQyIiwiQ29sb3IiOnsiJGlkIjoiMTQzIiwiQSI6MjU1LCJSIjoxNTAsIkciOjIxNCwiQiI6NjZ9fSwiSXNWaXNpYmxlIjp0cnVlLCJXaWR0aCI6MTMuMCwiSGVpZ2h0IjoxMy4wLCJCb3JkZXJTdHlsZSI6eyIkaWQiOiIxNDQiLCJMaW5lQ29sb3IiOnsiJHJlZiI6IjYzIn0sIkxpbmVXZWlnaHQiOjAuMCwiTGluZVR5cGUiOjAsIlBhcmVudFN0eWxlIjp7IiRyZWYiOiI2MiJ9fSwiUGFyZW50U3R5bGUiOnsiJHJlZiI6IjU5In19LCJUaXRsZVN0eWxlIjp7IiRpZCI6IjE0NSIsIkZvbnRTZXR0aW5ncyI6eyIkcmVmIjoiNjYifSwiQXV0b1NpemUiOjAsIkZvcmVncm91bmQiOnsiJHJlZiI6IjY3In0sIk1heFdpZHRoIjoyMDAuMCwiTWF4SGVpZ2h0IjoiSW5maW5pdHkiLCJTbWFydEZvcmVncm91bmRJc0FjdGl2ZSI6ZmFsc2UsIkhvcml6b250YWxBbGlnbm1lbnQiOjAsIlZlcnRpY2FsQWxpZ25tZW50IjowLCJTbWFydEZvcmVncm91bmQiOm51bGwsIk1hcmdpbiI6eyIkcmVmIjoiNjkifSwiUGFkZGluZyI6eyIkcmVmIjoiNzAifSwiQmFja2dyb3VuZCI6eyIkcmVmIjoiNzEifSwiSXNWaXNpYmxlIjp0cnVlLCJXaWR0aCI6MC4wLCJIZWlnaHQiOjAuMCwiQm9yZGVyU3R5bGUiOnsiJGlkIjoiMTQ2IiwiTGluZUNvbG9yIjpudWxsLCJMaW5lV2VpZ2h0IjowLjAsIkxpbmVUeXBlIjowLCJQYXJlbnRTdHlsZSI6bnVsbH0sIlBhcmVudFN0eWxlIjp7IiRyZWYiOiI2NSJ9fSwiRGF0ZVN0eWxlIjp7IiRpZCI6IjE0NyIsIkZvbnRTZXR0aW5ncyI6eyIkcmVmIjoiNzMifSwiQXV0b1NpemUiOjAsIkZvcmVncm91bmQiOnsiJHJlZiI6Ijc0In0sIk1heFdpZHRoIjoyMDAuMCwiTWF4SGVpZ2h0IjoiSW5maW5pdHkiLCJTbWFydEZvcmVncm91bmRJc0FjdGl2ZSI6ZmFsc2UsIkhvcml6b250YWxBbGlnbm1lbnQiOjAsIlZlcnRpY2FsQWxpZ25tZW50IjowLCJTbWFydEZvcmVncm91bmQiOm51bGwsIk1hcmdpbiI6eyIkcmVmIjoiNzYifSwiUGFkZGluZyI6eyIkcmVmIjoiNzcifSwiQmFja2dyb3VuZCI6eyIkcmVmIjoiNzgifSwiSXNWaXNpYmxlIjp0cnVlLCJXaWR0aCI6MC4wLCJIZWlnaHQiOjAuMCwiQm9yZGVyU3R5bGUiOnsiJGlkIjoiMTQ4IiwiTGluZUNvbG9yIjpudWxsLCJMaW5lV2VpZ2h0IjowLjAsIkxpbmVUeXBlIjowLCJQYXJlbnRTdHlsZSI6bnVsbH0sIlBhcmVudFN0eWxlIjp7IiRyZWYiOiI3MiJ9fSwiRGF0ZUZvcm1hdCI6eyIkcmVmIjoiNzkifSwiSXNWaXNpYmxlIjp0cnVlLCJQYXJlbnRTdHlsZSI6eyIkcmVmIjoiNTMifX0sIlBvc2l0aW9uIjp7IlJhdGlvIjowLjE2MzQ1Njc4NDQ3MjA1MzQyLCJJc0N1c3RvbSI6dHJ1ZX0sIklkIjoiMjZjOTI4YzMtZTM2Yi00YTJkLTgzNmYtMGI1ZjMxZWYwOGQyIiwiSW1wb3J0SWQiOm51bGwsIlRpdGxlIjoiTWlsZXN0b25lICAyIiwiTm90ZSI6bnVsbCwiSHlwZXJsaW5rIjpudWxsLCJJc0NoYW5nZWQiOmZhbHNlLCJJc05ldyI6dHJ1ZX0seyIkaWQiOiIxNDkiLCJEYXRlIjoiMjAxNy0wOS0wN1QyMzo1OTo1OS45OTlaIiwiU3R5bGUiOnsiJGlkIjoiMTUwIiwiU2hhcGUiOjExLCJDb25uZWN0b3JNYXJnaW4iOnsiJHJlZiI6IjU0In0sIkNvbm5lY3RvclN0eWxlIjp7IiRpZCI6IjE1MSIsIkxpbmVDb2xvciI6eyIkaWQiOiIxNTIiLCIkdHlwZSI6Ik5MUkUuQ29tbW9uLkRvbS5Tb2xpZENvbG9yQnJ1c2gsIE5MUkUuQ29tbW9uIiwiQ29sb3IiOnsiJGlkIjoiMTUzIiwiQSI6MjU1LCJSIjoxNzgsIkciOjE0LCJCIjoxOH19LCJMaW5lV2VpZ2h0IjoxLjAsIkxpbmVUeXBlIjowLCJQYXJlbnRTdHlsZSI6eyIkcmVmIjoiNTUifX0sIklzQmVsb3dUaW1lYmFuZCI6ZmFsc2UsIkhpZGVEYXRlIjpmYWxzZSwiU2hhcGVTaXplIjoxLCJTcGFjaW5nIjoxLjAsIlBhZGRpbmciOnsiJHJlZiI6IjU4In0sIlNoYXBlU3R5bGUiOnsiJGlkIjoiMTU0IiwiTWFyZ2luIjp7IiRyZWYiOiI2MCJ9LCJQYWRkaW5nIjp7IiRyZWYiOiI2MSJ9LCJCYWNrZ3JvdW5kIjp7IiRpZCI6IjE1NSIsIkNvbG9yIjp7IiRpZCI6IjE1NiIsIkEiOjI1NSwiUiI6MTc4LCJHIjoxNCwiQiI6MTh9fSwiSXNWaXNpYmxlIjp0cnVlLCJXaWR0aCI6MTguMCwiSGVpZ2h0IjoyMC4wLCJCb3JkZXJTdHlsZSI6eyIkaWQiOiIxNTciLCJMaW5lQ29sb3IiOnsiJHJlZiI6IjYzIn0sIkxpbmVXZWlnaHQiOjAuMCwiTGluZVR5cGUiOjAsIlBhcmVudFN0eWxlIjp7IiRyZWYiOiI2MiJ9fSwiUGFyZW50U3R5bGUiOnsiJHJlZiI6IjU5In19LCJUaXRsZVN0eWxlIjp7IiRpZCI6IjE1OCIsIkZvbnRTZXR0aW5ncyI6eyIkcmVmIjoiNjYifSwiQXV0b1NpemUiOjAsIkZvcmVncm91bmQiOnsiJHJlZiI6IjY3In0sIk1heFdpZHRoIjoyMDAuMCwiTWF4SGVpZ2h0IjoiSW5maW5pdHkiLCJTbWFydEZvcmVncm91bmRJc0FjdGl2ZSI6ZmFsc2UsIkhvcml6b250YWxBbGlnbm1lbnQiOjEsIlZlcnRpY2FsQWxpZ25tZW50IjowLCJTbWFydEZvcmVncm91bmQiOm51bGwsIk1hcmdpbiI6eyIkcmVmIjoiNjkifSwiUGFkZGluZyI6eyIkcmVmIjoiNzAifSwiQmFja2dyb3VuZCI6eyIkcmVmIjoiNzEifSwiSXNWaXNpYmxlIjp0cnVlLCJXaWR0aCI6MC4wLCJIZWlnaHQiOjAuMCwiQm9yZGVyU3R5bGUiOnsiJGlkIjoiMTU5IiwiTGluZUNvbG9yIjpudWxsLCJMaW5lV2VpZ2h0IjowLjAsIkxpbmVUeXBlIjowLCJQYXJlbnRTdHlsZSI6bnVsbH0sIlBhcmVudFN0eWxlIjp7IiRyZWYiOiI2NSJ9fSwiRGF0ZVN0eWxlIjp7IiRpZCI6IjE2MCIsIkZvbnRTZXR0aW5ncyI6eyIkcmVmIjoiNzMifSwiQXV0b1NpemUiOjAsIkZvcmVncm91bmQiOnsiJHJlZiI6Ijc0In0sIk1heFdpZHRoIjoyMDAuMCwiTWF4SGVpZ2h0IjoiSW5maW5pdHkiLCJTbWFydEZvcmVncm91bmRJc0FjdGl2ZSI6ZmFsc2UsIkhvcml6b250YWxBbGlnbm1lbnQiOjAsIlZlcnRpY2FsQWxpZ25tZW50IjowLCJTbWFydEZvcmVncm91bmQiOm51bGwsIk1hcmdpbiI6eyIkcmVmIjoiNzYifSwiUGFkZGluZyI6eyIkcmVmIjoiNzcifSwiQmFja2dyb3VuZCI6eyIkcmVmIjoiNzgifSwiSXNWaXNpYmxlIjp0cnVlLCJXaWR0aCI6MC4wLCJIZWlnaHQiOjAuMCwiQm9yZGVyU3R5bGUiOnsiJGlkIjoiMTYxIiwiTGluZUNvbG9yIjpudWxsLCJMaW5lV2VpZ2h0IjowLjAsIkxpbmVUeXBlIjowLCJQYXJlbnRTdHlsZSI6bnVsbH0sIlBhcmVudFN0eWxlIjp7IiRyZWYiOiI3MiJ9fSwiRGF0ZUZvcm1hdCI6eyIkcmVmIjoiNzkifSwiSXNWaXNpYmxlIjp0cnVlLCJQYXJlbnRTdHlsZSI6eyIkcmVmIjoiNTMifX0sIlBvc2l0aW9uIjp7IlJhdGlvIjowLjAsIklzQ3VzdG9tIjpmYWxzZX0sIklkIjoiZTU4ZmUzODItYWM5Yy00ZmJhLTk4ODgtZWI5NGY1Y2UwOGY4IiwiSW1wb3J0SWQiOm51bGwsIlRpdGxlIjoiTWlsZXN0b25lIDMiLCJOb3RlIjpudWxsLCJIeXBlcmxpbmsiOm51bGwsIklzQ2hhbmdlZCI6ZmFsc2UsIklzTmV3Ijp0cnVlfSx7IiRpZCI6IjE2MiIsIkRhdGUiOiIyMDE3LTA5LTE4VDIzOjU5OjU5Ljk5OVoiLCJTdHlsZSI6eyIkaWQiOiIxNjMiLCJTaGFwZSI6MTEsIkNvbm5lY3Rvck1hcmdpbiI6eyIkcmVmIjoiNTQifSwiQ29ubmVjdG9yU3R5bGUiOnsiJGlkIjoiMTY0IiwiTGluZUNvbG9yIjp7IiRpZCI6IjE2NSIsIiR0eXBlIjoiTkxSRS5Db21tb24uRG9tLlNvbGlkQ29sb3JCcnVzaCwgTkxSRS5Db21tb24iLCJDb2xvciI6eyIkaWQiOiIxNjYiLCJBIjoyNTUsIlIiOjE1MCwiRyI6MjE0LCJCIjo2Nn19LCJMaW5lV2VpZ2h0IjoxLjAsIkxpbmVUeXBlIjowLCJQYXJlbnRTdHlsZSI6eyIkcmVmIjoiNTUifX0sIklzQmVsb3dUaW1lYmFuZCI6ZmFsc2UsIkhpZGVEYXRlIjpmYWxzZSwiU2hhcGVTaXplIjoxLCJTcGFjaW5nIjoxLjAsIlBhZGRpbmciOnsiJHJlZiI6IjU4In0sIlNoYXBlU3R5bGUiOnsiJGlkIjoiMTY3IiwiTWFyZ2luIjp7IiRyZWYiOiI2MCJ9LCJQYWRkaW5nIjp7IiRyZWYiOiI2MSJ9LCJCYWNrZ3JvdW5kIjp7IiRpZCI6IjE2OCIsIkNvbG9yIjp7IiRpZCI6IjE2OSIsIkEiOjI1NSwiUiI6MTUwLCJHIjoyMTQsIkIiOjY2fX0sIklzVmlzaWJsZSI6dHJ1ZSwiV2lkdGgiOjE4LjAsIkhlaWdodCI6MjAuMCwiQm9yZGVyU3R5bGUiOnsiJGlkIjoiMTcwIiwiTGluZUNvbG9yIjp7IiRyZWYiOiI2MyJ9LCJMaW5lV2VpZ2h0IjowLjAsIkxpbmVUeXBlIjowLCJQYXJlbnRTdHlsZSI6eyIkcmVmIjoiNjIifX0sIlBhcmVudFN0eWxlIjp7IiRyZWYiOiI1OSJ9fSwiVGl0bGVTdHlsZSI6eyIkaWQiOiIxNzEiLCJGb250U2V0dGluZ3MiOnsiJHJlZiI6IjY2In0sIkF1dG9TaXplIjowLCJGb3JlZ3JvdW5kIjp7IiRyZWYiOiI2NyJ9LCJNYXhXaWR0aCI6MjAwLjAsIk1heEhlaWdodCI6IkluZmluaXR5IiwiU21hcnRGb3JlZ3JvdW5kSXNBY3RpdmUiOmZhbHNlLCJIb3Jpem9udGFsQWxpZ25tZW50IjoxLCJWZXJ0aWNhbEFsaWdubWVudCI6MCwiU21hcnRGb3JlZ3JvdW5kIjpudWxsLCJNYXJnaW4iOnsiJHJlZiI6IjY5In0sIlBhZGRpbmciOnsiJHJlZiI6IjcwIn0sIkJhY2tncm91bmQiOnsiJHJlZiI6IjcxIn0sIklzVmlzaWJsZSI6dHJ1ZSwiV2lkdGgiOjAuMCwiSGVpZ2h0IjowLjAsIkJvcmRlclN0eWxlIjp7IiRpZCI6IjE3MiIsIkxpbmVDb2xvciI6bnVsbCwiTGluZVdlaWdodCI6MC4wLCJMaW5lVHlwZSI6MCwiUGFyZW50U3R5bGUiOm51bGx9LCJQYXJlbnRTdHlsZSI6eyIkcmVmIjoiNjUifX0sIkRhdGVTdHlsZSI6eyIkaWQiOiIxNzMiLCJGb250U2V0dGluZ3MiOnsiJHJlZiI6IjczIn0sIkF1dG9TaXplIjowLCJGb3JlZ3JvdW5kIjp7IiRyZWYiOiI3NCJ9LCJNYXhXaWR0aCI6MjAwLjAsIk1heEhlaWdodCI6IkluZmluaXR5IiwiU21hcnRGb3JlZ3JvdW5kSXNBY3RpdmUiOmZhbHNlLCJIb3Jpem9udGFsQWxpZ25tZW50IjowLCJWZXJ0aWNhbEFsaWdubWVudCI6MCwiU21hcnRGb3JlZ3JvdW5kIjpudWxsLCJNYXJnaW4iOnsiJHJlZiI6Ijc2In0sIlBhZGRpbmciOnsiJHJlZiI6Ijc3In0sIkJhY2tncm91bmQiOnsiJHJlZiI6Ijc4In0sIklzVmlzaWJsZSI6dHJ1ZSwiV2lkdGgiOjAuMCwiSGVpZ2h0IjowLjAsIkJvcmRlclN0eWxlIjp7IiRpZCI6IjE3NCIsIkxpbmVDb2xvciI6bnVsbCwiTGluZVdlaWdodCI6MC4wLCJMaW5lVHlwZSI6MCwiUGFyZW50U3R5bGUiOm51bGx9LCJQYXJlbnRTdHlsZSI6eyIkcmVmIjoiNzIifX0sIkRhdGVGb3JtYXQiOnsiJHJlZiI6Ijc5In0sIklzVmlzaWJsZSI6dHJ1ZSwiUGFyZW50U3R5bGUiOnsiJHJlZiI6IjUzIn19LCJQb3NpdGlvbiI6eyJSYXRpbyI6MC4wLCJJc0N1c3RvbSI6ZmFsc2V9LCJJZCI6IjVhYTA0MGFhLWZiNmUtNDExMS05MjQzLTljOGQwMGJjZDZkZiIsIkltcG9ydElkIjpudWxsLCJUaXRsZSI6Ik1pbGVzdG9uZSA0IiwiTm90ZSI6bnVsbCwiSHlwZXJsaW5rIjpudWxsLCJJc0NoYW5nZWQiOmZhbHNlLCJJc05ldyI6dHJ1ZX0seyIkaWQiOiIxNzUiLCJEYXRlIjoiMjAxNy0xMC0wM1QyMzo1OTo1OS45OTlaIiwiU3R5bGUiOnsiJGlkIjoiMTc2IiwiU2hhcGUiOjEzLCJDb25uZWN0b3JNYXJnaW4iOnsiJHJlZiI6IjU0In0sIkNvbm5lY3RvclN0eWxlIjp7IiRpZCI6IjE3NyIsIkxpbmVDb2xvciI6eyIkaWQiOiIxNzgiLCIkdHlwZSI6Ik5MUkUuQ29tbW9uLkRvbS5Tb2xpZENvbG9yQnJ1c2gsIE5MUkUuQ29tbW9uIiwiQ29sb3IiOnsiJGlkIjoiMTc5IiwiQSI6MjU1LCJSIjoxNzgsIkciOjE0LCJCIjoxOH19LCJMaW5lV2VpZ2h0IjoxLjAsIkxpbmVUeXBlIjowLCJQYXJlbnRTdHlsZSI6eyIkcmVmIjoiNTUifX0sIklzQmVsb3dUaW1lYmFuZCI6ZmFsc2UsIkhpZGVEYXRlIjpmYWxzZSwiU2hhcGVTaXplIjoxLCJTcGFjaW5nIjoxLjAsIlBhZGRpbmciOnsiJHJlZiI6IjU4In0sIlNoYXBlU3R5bGUiOnsiJGlkIjoiMTgwIiwiTWFyZ2luIjp7IiRyZWYiOiI2MCJ9LCJQYWRkaW5nIjp7IiRyZWYiOiI2MSJ9LCJCYWNrZ3JvdW5kIjp7IiRpZCI6IjE4MSIsIkNvbG9yIjp7IiRpZCI6IjE4MiIsIkEiOjI1NSwiUiI6MTc4LCJHIjoxNCwiQiI6MTh9fSwiSXNWaXNpYmxlIjp0cnVlLCJXaWR0aCI6MTguMCwiSGVpZ2h0IjoyMC4wLCJCb3JkZXJTdHlsZSI6eyIkaWQiOiIxODMiLCJMaW5lQ29sb3IiOnsiJHJlZiI6IjYzIn0sIkxpbmVXZWlnaHQiOjAuMCwiTGluZVR5cGUiOjAsIlBhcmVudFN0eWxlIjp7IiRyZWYiOiI2MiJ9fSwiUGFyZW50U3R5bGUiOnsiJHJlZiI6IjU5In19LCJUaXRsZVN0eWxlIjp7IiRpZCI6IjE4NCIsIkZvbnRTZXR0aW5ncyI6eyIkcmVmIjoiNjYifSwiQXV0b1NpemUiOjAsIkZvcmVncm91bmQiOnsiJHJlZiI6IjY3In0sIk1heFdpZHRoIjoyMDAuMCwiTWF4SGVpZ2h0IjoiSW5maW5pdHkiLCJTbWFydEZvcmVncm91bmRJc0FjdGl2ZSI6ZmFsc2UsIkhvcml6b250YWxBbGlnbm1lbnQiOjEsIlZlcnRpY2FsQWxpZ25tZW50IjowLCJTbWFydEZvcmVncm91bmQiOm51bGwsIk1hcmdpbiI6eyIkcmVmIjoiNjkifSwiUGFkZGluZyI6eyIkcmVmIjoiNzAifSwiQmFja2dyb3VuZCI6eyIkcmVmIjoiNzEifSwiSXNWaXNpYmxlIjp0cnVlLCJXaWR0aCI6MC4wLCJIZWlnaHQiOjAuMCwiQm9yZGVyU3R5bGUiOnsiJGlkIjoiMTg1IiwiTGluZUNvbG9yIjpudWxsLCJMaW5lV2VpZ2h0IjowLjAsIkxpbmVUeXBlIjowLCJQYXJlbnRTdHlsZSI6bnVsbH0sIlBhcmVudFN0eWxlIjp7IiRyZWYiOiI2NSJ9fSwiRGF0ZVN0eWxlIjp7IiRpZCI6IjE4NiIsIkZvbnRTZXR0aW5ncyI6eyIkcmVmIjoiNzMifSwiQXV0b1NpemUiOjAsIkZvcmVncm91bmQiOnsiJHJlZiI6Ijc0In0sIk1heFdpZHRoIjoyMDAuMCwiTWF4SGVpZ2h0IjoiSW5maW5pdHkiLCJTbWFydEZvcmVncm91bmRJc0FjdGl2ZSI6ZmFsc2UsIkhvcml6b250YWxBbGlnbm1lbnQiOjAsIlZlcnRpY2FsQWxpZ25tZW50IjowLCJTbWFydEZvcmVncm91bmQiOm51bGwsIk1hcmdpbiI6eyIkcmVmIjoiNzYifSwiUGFkZGluZyI6eyIkcmVmIjoiNzcifSwiQmFja2dyb3VuZCI6eyIkcmVmIjoiNzgifSwiSXNWaXNpYmxlIjp0cnVlLCJXaWR0aCI6MC4wLCJIZWlnaHQiOjAuMCwiQm9yZGVyU3R5bGUiOnsiJGlkIjoiMTg3IiwiTGluZUNvbG9yIjpudWxsLCJMaW5lV2VpZ2h0IjowLjAsIkxpbmVUeXBlIjowLCJQYXJlbnRTdHlsZSI6bnVsbH0sIlBhcmVudFN0eWxlIjp7IiRyZWYiOiI3MiJ9fSwiRGF0ZUZvcm1hdCI6eyIkcmVmIjoiNzkifSwiSXNWaXNpYmxlIjp0cnVlLCJQYXJlbnRTdHlsZSI6eyIkcmVmIjoiNTMifX0sIlBvc2l0aW9uIjp7IlJhdGlvIjowLjAsIklzQ3VzdG9tIjpmYWxzZX0sIklkIjoiZGVlZTBmNGEtMTczNi00NWYxLTgwYWMtZDc5YTlhMzc1Njc3IiwiSW1wb3J0SWQiOm51bGwsIlRpdGxlIjoiTWlsZXN0b25lIDUiLCJOb3RlIjpudWxsLCJIeXBlcmxpbmsiOm51bGwsIklzQ2hhbmdlZCI6ZmFsc2UsIklzTmV3Ijp0cnVlfV0sIlRhc2tzIjpbeyIkaWQiOiIxODgiLCJHcm91cE5hbWUiOm51bGwsIlN0YXJ0RGF0ZSI6IjIwMTctMDktMDNUMDA6MDA6MDBaIiwiRW5kRGF0ZSI6IjIwMTctMDktMTdUMjM6NTk6NTkuOTk5WiIsIlBlcmNlbnRhZ2VDb21wbGV0ZSI6bnVsbCwiU3R5bGUiOnsiJGlkIjoiMTg5IiwiU2hhcGUiOjYsIlNoYXBlVGhpY2tuZXNzIjoxLCJEdXJhdGlvbkZvcm1hdCI6MCwiSW5jbHVkZU5vbldvcmtpbmdEYXlzSW5EdXJhdGlvbiI6ZmFsc2UsIlBlcmNlbnRhZ2VDb21wbGV0ZVN0eWxlIjp7IiRpZCI6IjE5MCIsIkZvbnRTZXR0aW5ncyI6eyIkcmVmIjoiODIifSwiQXV0b1NpemUiOjAsIkZvcmVncm91bmQiOnsiJHJlZiI6IjgzIn0sIk1heFdpZHRoIjoyMDAuMCwiTWF4SGVpZ2h0IjoiSW5maW5pdHkiLCJTbWFydEZvcmVncm91bmRJc0FjdGl2ZSI6ZmFsc2UsIkhvcml6b250YWxBbGlnbm1lbnQiOjAsIlZlcnRpY2FsQWxpZ25tZW50IjowLCJTbWFydEZvcmVncm91bmQiOm51bGwsIk1hcmdpbiI6eyIkcmVmIjoiODUifSwiUGFkZGluZyI6eyIkcmVmIjoiODYifSwiQmFja2dyb3VuZCI6eyIkcmVmIjoiODcifSwiSXNWaXNpYmxlIjp0cnVlLCJXaWR0aCI6MC4wLCJIZWlnaHQiOjAuMCwiQm9yZGVyU3R5bGUiOnsiJGlkIjoiMTkxIiwiTGluZUNvbG9yIjpudWxsLCJMaW5lV2VpZ2h0IjowLjAsIkxpbmVUeXBlIjowLCJQYXJlbnRTdHlsZSI6bnVsbH0sIlBhcmVudFN0eWxlIjp7IiRyZWYiOiI4MSJ9fSwiRHVyYXRpb25TdHlsZSI6eyIkaWQiOiIxOTIiLCJGb250U2V0dGluZ3MiOnsiJGlkIjoiMTkzIiwiRm9udFNpemUiOjEzLCJGb250TmFtZSI6IkNhbGlicmkiLCJJc0JvbGQiOmZhbHNlLCJJc0l0YWxpYyI6ZmFsc2UsIklzVW5kZXJsaW5lZCI6ZmFsc2UsIlBhcmVudFN0eWxlIjpudWxsfSwiQXV0b1NpemUiOjAsIkZvcmVncm91bmQiOnsiJGlkIjoiMTk0IiwiQ29sb3IiOnsiJGlkIjoiMTk1IiwiQSI6MjU1LCJSIjoyNTUsIkciOjI1NSwiQiI6MjU1fX0sIk1heFdpZHRoIjoyMDAuMCwiTWF4SGVpZ2h0IjoiSW5maW5pdHkiLCJTbWFydEZvcmVncm91bmRJc0FjdGl2ZSI6ZmFsc2UsIkhvcml6b250YWxBbGlnbm1lbnQiOjAsIlZlcnRpY2FsQWxpZ25tZW50IjowLCJTbWFydEZvcmVncm91bmQiOnsiJGlkIjoiMTk2IiwiQ29sb3IiOnsiJHJlZiI6IjkxIn19LCJNYXJnaW4iOnsiJHJlZiI6IjkyIn0sIlBhZGRpbmciOnsiJHJlZiI6IjkzIn0sIkJhY2tncm91bmQiOnsiJHJlZiI6Ijk0In0sIklzVmlzaWJsZSI6dHJ1ZSwiV2lkdGgiOjAuMCwiSGVpZ2h0IjowLjAsIkJvcmRlclN0eWxlIjp7IiRpZCI6IjE5NyIsIkxpbmVDb2xvciI6bnVsbCwiTGluZVdlaWdodCI6MC4wLCJMaW5lVHlwZSI6MCwiUGFyZW50U3R5bGUiOm51bGx9LCJQYXJlbnRTdHlsZSI6eyIkcmVmIjoiODgifX0sIkhvcml6b250YWxDb25uZWN0b3JTdHlsZSI6eyIkaWQiOiIxOTgiLCJMaW5lQ29sb3IiOnsiJGlkIjoiMTk5IiwiJHR5cGUiOiJOTFJFLkNvbW1vbi5Eb20uU29saWRDb2xvckJydXNoLCBOTFJFLkNvbW1vbiIsIkNvbG9yIjp7IiRpZCI6IjIwMCIsIkEiOjI1NSwiUiI6MjM0LCJHIjoyMiwiQiI6MzB9fSwiTGluZVdlaWdodCI6MS4wLCJMaW5lVHlwZSI6MCwiUGFyZW50U3R5bGUiOnsiJHJlZiI6Ijk1In19LCJWZXJ0aWNhbENvbm5lY3RvclN0eWxlIjp7IiRpZCI6IjIwMSIsIkxpbmVDb2xvciI6eyIkcmVmIjoiOTkifSwiTGluZVdlaWdodCI6MC4wLCJMaW5lVHlwZSI6MCwiUGFyZW50U3R5bGUiOnsiJHJlZiI6Ijk4In19LCJNYXJnaW4iOm51bGwsIlN0YXJ0RGF0ZVBvc2l0aW9uIjo2LCJFbmREYXRlUG9zaXRpb24iOjYsIlRpdGxlUG9zaXRpb24iOjUsIkR1cmF0aW9uUG9zaXRpb24iOjIsIlBlcmNlbnRhZ2VDb21wbGV0ZWRQb3NpdGlvbiI6NiwiU3BhY2luZyI6NSwiSXNCZWxvd1RpbWViYW5kIjp0cnVlLCJQZXJjZW50YWdlQ29tcGxldGVTaGFwZU9wYWNpdHkiOjM1LCJTaGFwZVN0eWxlIjp7IiRpZCI6IjIwMiIsIk1hcmdpbiI6eyIkcmVmIjoiMTAyIn0sIlBhZGRpbmciOnsiJGlkIjoiMjAzIiwiVG9wIjo0LCJMZWZ0IjoxMCwiUmlnaHQiOjEwLCJCb3R0b20iOjR9LCJCYWNrZ3JvdW5kIjp7IiRpZCI6IjIwNCIsIkNvbG9yIjp7IiRpZCI6IjIwNSIsIkEiOjI1NSwiUiI6MTQ5LCJHIjozNCwiQiI6NDZ9fSwiSXNWaXNpYmxlIjp0cnVlLCJXaWR0aCI6MC4wLCJIZWlnaHQiOjE2LjAsIkJvcmRlclN0eWxlIjp7IiRpZCI6IjIwNiIsIkxpbmVDb2xvciI6eyIkaWQiOiIyMDciLCIkdHlwZSI6Ik5MUkUuQ29tbW9uLkRvbS5Tb2xpZENvbG9yQnJ1c2gsIE5MUkUuQ29tbW9uIiwiQ29sb3IiOnsiJGlkIjoiMjA4IiwiQSI6MjU1LCJSIjoyNTUsIkciOjAsIkIiOjB9fSwiTGluZVdlaWdodCI6MC4wLCJMaW5lVHlwZSI6MCwiUGFyZW50U3R5bGUiOm51bGx9LCJQYXJlbnRTdHlsZSI6eyIkcmVmIjoiMTAxIn19LCJUaXRsZVN0eWxlIjp7IiRpZCI6IjIwOSIsIkZvbnRTZXR0aW5ncyI6eyIkaWQiOiIyMTAiLCJGb250U2l6ZSI6MTQsIkZvbnROYW1lIjoiQ2FsaWJyaSIsIklzQm9sZCI6dHJ1ZSwiSXNJdGFsaWMiOmZhbHNlLCJJc1VuZGVybGluZWQiOmZhbHNlLCJQYXJlbnRTdHlsZSI6bnVsbH0sIkF1dG9TaXplIjowLCJGb3JlZ3JvdW5kIjp7IiRpZCI6IjIxMSIsIkNvbG9yIjp7IiRpZCI6IjIxMiIsIkEiOjI1NSwiUiI6MTc4LCJHIjoxNCwiQiI6MTh9fSwiTWF4V2lkdGgiOjIwMC4wLCJNYXhIZWlnaHQiOiJJbmZpbml0eSIsIlNtYXJ0Rm9yZWdyb3VuZElzQWN0aXZlIjpmYWxzZSwiSG9yaXpvbnRhbEFsaWdubWVudCI6MCwiVmVydGljYWxBbGlnbm1lbnQiOjAsIlNtYXJ0Rm9yZWdyb3VuZCI6bnVsbCwiTWFyZ2luIjp7IiRyZWYiOiIxMTEifSwiUGFkZGluZyI6eyIkcmVmIjoiMTEyIn0sIkJhY2tncm91bmQiOnsiJHJlZiI6IjExMyJ9LCJJc1Zpc2libGUiOnRydWUsIldpZHRoIjowLjAsIkhlaWdodCI6MC4wLCJCb3JkZXJTdHlsZSI6eyIkaWQiOiIyMTMiLCJMaW5lQ29sb3IiOm51bGwsIkxpbmVXZWlnaHQiOjAuMCwiTGluZVR5cGUiOjAsIlBhcmVudFN0eWxlIjpudWxsfSwiUGFyZW50U3R5bGUiOnsiJHJlZiI6IjEwNyJ9fSwiRGF0ZVN0eWxlIjp7IiRpZCI6IjIxNCIsIkZvbnRTZXR0aW5ncyI6eyIkaWQiOiIyMTUiLCJGb250U2l6ZSI6MTAsIkZvbnROYW1lIjoiQ2FsaWJyaSIsIklzQm9sZCI6ZmFsc2UsIklzSXRhbGljIjpmYWxzZSwiSXNVbmRlcmxpbmVkIjpmYWxzZSwiUGFyZW50U3R5bGUiOm51bGx9LCJBdXRvU2l6ZSI6MCwiRm9yZWdyb3VuZCI6eyIkaWQiOiIyMTYiLCJDb2xvciI6eyIkaWQiOiIyMTciLCJBIjoyNTUsIlIiOjY4LCJHIjo4NCwiQiI6MTA2fX0sIk1heFdpZHRoIjoyMDAuMCwiTWF4SGVpZ2h0IjoiSW5maW5pdHkiLCJTbWFydEZvcmVncm91bmRJc0FjdGl2ZSI6ZmFsc2UsIkhvcml6b250YWxBbGlnbm1lbnQiOjAsIlZlcnRpY2FsQWxpZ25tZW50IjowLCJTbWFydEZvcmVncm91bmQiOm51bGwsIk1hcmdpbiI6eyIkcmVmIjoiMTE4In0sIlBhZGRpbmciOnsiJHJlZiI6IjExOSJ9LCJCYWNrZ3JvdW5kIjp7IiRyZWYiOiIxMjAifSwiSXNWaXNpYmxlIjpmYWxzZSwiV2lkdGgiOjAuMCwiSGVpZ2h0IjowLjAsIkJvcmRlclN0eWxlIjp7IiRpZCI6IjIxOCIsIkxpbmVDb2xvciI6bnVsbCwiTGluZVdlaWdodCI6MC4wLCJMaW5lVHlwZSI6MCwiUGFyZW50U3R5bGUiOm51bGx9LCJQYXJlbnRTdHlsZSI6eyIkcmVmIjoiMTE0In19LCJEYXRlRm9ybWF0Ijp7IiRpZCI6IjIxOSIsIkZvcm1hdFN0cmluZyI6Ik0vZCIsIlNlcGFyYXRvciI6Ii8iLCJVc2VJbnRlcm5hdGlvbmFsRGF0ZUZvcm1hdCI6ZmFsc2V9LCJJc1Zpc2libGUiOnRydWUsIlBhcmVudFN0eWxlIjp7IiRyZWYiOiI4MCJ9fSwiSW5kZXgiOjEsIklkIjoiM2E2ODcxNTQtMDRiNS00MzVhLWI0YTQtODdiYTcyMTk2MTdhIiwiSW1wb3J0SWQiOm51bGwsIlRpdGxlIjoiUGhhc2UgMSIsIk5vdGUiOm51bGwsIkh5cGVybGluayI6bnVsbCwiSXNDaGFuZ2VkIjpmYWxzZSwiSXNOZXciOnRydWV9LHsiJGlkIjoiMjIwIiwiR3JvdXBOYW1lIjpudWxsLCJTdGFydERhdGUiOiIyMDE3LTA5LTAzVDAwOjAwOjAwWiIsIkVuZERhdGUiOiIyMDE3LTA5LTA0VDIzOjU5OjU5Ljk5OVoiLCJQZXJjZW50YWdlQ29tcGxldGUiOm51bGwsIlN0eWxlIjp7IiRpZCI6IjIyMSIsIlNoYXBlIjozLCJTaGFwZVRoaWNrbmVzcyI6MCwiRHVyYXRpb25Gb3JtYXQiOjAsIkluY2x1ZGVOb25Xb3JraW5nRGF5c0luRHVyYXRpb24iOmZhbHNlLCJQZXJjZW50YWdlQ29tcGxldGVTdHlsZSI6eyIkaWQiOiIyMjIiLCJGb250U2V0dGluZ3MiOnsiJHJlZiI6IjgyIn0sIkF1dG9TaXplIjowLCJGb3JlZ3JvdW5kIjp7IiRyZWYiOiI4MyJ9LCJNYXhXaWR0aCI6MjAwLjAsIk1heEhlaWdodCI6IkluZmluaXR5IiwiU21hcnRGb3JlZ3JvdW5kSXNBY3RpdmUiOmZhbHNlLCJIb3Jpem9udGFsQWxpZ25tZW50IjowLCJWZXJ0aWNhbEFsaWdubWVudCI6MCwiU21hcnRGb3JlZ3JvdW5kIjpudWxsLCJNYXJnaW4iOnsiJHJlZiI6Ijg1In0sIlBhZGRpbmciOnsiJHJlZiI6Ijg2In0sIkJhY2tncm91bmQiOnsiJHJlZiI6Ijg3In0sIklzVmlzaWJsZSI6dHJ1ZSwiV2lkdGgiOjAuMCwiSGVpZ2h0IjowLjAsIkJvcmRlclN0eWxlIjp7IiRpZCI6IjIyMyIsIkxpbmVDb2xvciI6bnVsbCwiTGluZVdlaWdodCI6MC4wLCJMaW5lVHlwZSI6MCwiUGFyZW50U3R5bGUiOm51bGx9LCJQYXJlbnRTdHlsZSI6eyIkcmVmIjoiODEifX0sIkR1cmF0aW9uU3R5bGUiOnsiJGlkIjoiMjI0IiwiRm9udFNldHRpbmdzIjp7IiRpZCI6IjIyNSIsIkZvbnRTaXplIjo5LCJGb250TmFtZSI6IkNhbGlicmkiLCJJc0JvbGQiOmZhbHNlLCJJc0l0YWxpYyI6ZmFsc2UsIklzVW5kZXJsaW5lZCI6ZmFsc2UsIlBhcmVudFN0eWxlIjpudWxsfSwiQXV0b1NpemUiOjAsIkZvcmVncm91bmQiOnsiJGlkIjoiMjI2IiwiQ29sb3IiOnsiJGlkIjoiMjI3IiwiQSI6MjU1LCJSIjoyNTUsIkciOjI1NSwiQiI6MjU1fX0sIk1heFdpZHRoIjoyMDAuMCwiTWF4SGVpZ2h0IjoiSW5maW5pdHkiLCJTbWFydEZvcmVncm91bmRJc0FjdGl2ZSI6dHJ1ZSwiSG9yaXpvbnRhbEFsaWdubWVudCI6MCwiVmVydGljYWxBbGlnbm1lbnQiOjAsIlNtYXJ0Rm9yZWdyb3VuZCI6eyIkaWQiOiIyMjgiLCJDb2xvciI6eyIkcmVmIjoiMjI3In19LCJNYXJnaW4iOnsiJHJlZiI6IjkyIn0sIlBhZGRpbmciOnsiJHJlZiI6IjkzIn0sIkJhY2tncm91bmQiOnsiJHJlZiI6Ijk0In0sIklzVmlzaWJsZSI6dHJ1ZSwiV2lkdGgiOjAuMCwiSGVpZ2h0IjowLjAsIkJvcmRlclN0eWxlIjp7IiRpZCI6IjIyOSIsIkxpbmVDb2xvciI6bnVsbCwiTGluZVdlaWdodCI6MC4wLCJMaW5lVHlwZSI6MCwiUGFyZW50U3R5bGUiOm51bGx9LCJQYXJlbnRTdHlsZSI6eyIkcmVmIjoiODgifX0sIkhvcml6b250YWxDb25uZWN0b3JTdHlsZSI6eyIkaWQiOiIyMzAiLCJMaW5lQ29sb3IiOnsiJGlkIjoiMjMxIiwiJHR5cGUiOiJOTFJFLkNvbW1vbi5Eb20uU29saWRDb2xvckJydXNoLCBOTFJFLkNvbW1vbiIsIkNvbG9yIjp7IiRpZCI6IjIzMiIsIkEiOjI1NSwiUiI6MjMxLCJHIjoyMzAsIkIiOjIzMH19LCJMaW5lV2VpZ2h0IjoxLjAsIkxpbmVUeXBlIjowLCJQYXJlbnRTdHlsZSI6eyIkcmVmIjoiOTUifX0sIlZlcnRpY2FsQ29ubmVjdG9yU3R5bGUiOnsiJGlkIjoiMjMzIiwiTGluZUNvbG9yIjp7IiRyZWYiOiI5OSJ9LCJMaW5lV2VpZ2h0IjowLjAsIkxpbmVUeXBlIjowLCJQYXJlbnRTdHlsZSI6eyIkcmVmIjoiOTgifX0sIk1hcmdpbiI6bnVsbCwiU3RhcnREYXRlUG9zaXRpb24iOjYsIkVuZERhdGVQb3NpdGlvbiI6NiwiVGl0bGVQb3NpdGlvbiI6NSwiRHVyYXRpb25Qb3NpdGlvbiI6MiwiUGVyY2VudGFnZUNvbXBsZXRlZFBvc2l0aW9uIjo2LCJTcGFjaW5nIjoyLCJJc0JlbG93VGltZWJhbmQiOnRydWUsIlBlcmNlbnRhZ2VDb21wbGV0ZVNoYXBlT3BhY2l0eSI6MzUsIlNoYXBlU3R5bGUiOnsiJGlkIjoiMjM0IiwiTWFyZ2luIjp7IiRyZWYiOiIxMDIifSwiUGFkZGluZyI6eyIkaWQiOiIyMzUiLCJUb3AiOjAsIkxlZnQiOjAsIlJpZ2h0IjoxMCwiQm90dG9tIjowfSwiQmFja2dyb3VuZCI6eyIkaWQiOiIyMzYiLCJDb2xvciI6eyIkaWQiOiIyMzciLCJBIjoyNTUsIlIiOjE5MiwiRyI6MCwiQiI6MH19LCJJc1Zpc2libGUiOnRydWUsIldpZHRoIjowLjAsIkhlaWdodCI6MTAuMCwiQm9yZGVyU3R5bGUiOnsiJGlkIjoiMjM4IiwiTGluZUNvbG9yIjp7IiRpZCI6IjIzOSIsIiR0eXBlIjoiTkxSRS5Db21tb24uRG9tLlNvbGlkQ29sb3JCcnVzaCwgTkxSRS5Db21tb24iLCJDb2xvciI6eyIkaWQiOiIyNDAiLCJBIjoyNTUsIlIiOjI1NSwiRyI6MCwiQiI6MH19LCJMaW5lV2VpZ2h0IjowLjAsIkxpbmVUeXBlIjowLCJQYXJlbnRTdHlsZSI6bnVsbH0sIlBhcmVudFN0eWxlIjp7IiRyZWYiOiIxMDEifX0sIlRpdGxlU3R5bGUiOnsiJGlkIjoiMjQxIiwiRm9udFNldHRpbmdzIjp7IiRpZCI6IjI0MiIsIkZvbnRTaXplIjoxMSwiRm9udE5hbWUiOiJDYWxpYnJpIiwiSXNCb2xkIjpmYWxzZSwiSXNJdGFsaWMiOmZhbHNlLCJJc1VuZGVybGluZWQiOmZhbHNlLCJQYXJlbnRTdHlsZSI6bnVsbH0sIkF1dG9TaXplIjowLCJGb3JlZ3JvdW5kIjp7IiRpZCI6IjI0MyIsIkNvbG9yIjp7IiRpZCI6IjI0NCIsIkEiOjI1NSwiUiI6MTc4LCJHIjoxNCwiQiI6MTh9fSwiTWF4V2lkdGgiOjIwMC4wLCJNYXhIZWlnaHQiOiJJbmZpbml0eSIsIlNtYXJ0Rm9yZWdyb3VuZElzQWN0aXZlIjpmYWxzZSwiSG9yaXpvbnRhbEFsaWdubWVudCI6MCwiVmVydGljYWxBbGlnbm1lbnQiOjAsIlNtYXJ0Rm9yZWdyb3VuZCI6bnVsbCwiTWFyZ2luIjp7IiRyZWYiOiIxMTEifSwiUGFkZGluZyI6eyIkcmVmIjoiMTEyIn0sIkJhY2tncm91bmQiOnsiJHJlZiI6IjExMyJ9LCJJc1Zpc2libGUiOnRydWUsIldpZHRoIjowLjAsIkhlaWdodCI6MC4wLCJCb3JkZXJTdHlsZSI6eyIkaWQiOiIyNDUiLCJMaW5lQ29sb3IiOm51bGwsIkxpbmVXZWlnaHQiOjAuMCwiTGluZVR5cGUiOjAsIlBhcmVudFN0eWxlIjpudWxsfSwiUGFyZW50U3R5bGUiOnsiJHJlZiI6IjEwNyJ9fSwiRGF0ZVN0eWxlIjp7IiRpZCI6IjI0NiIsIkZvbnRTZXR0aW5ncyI6eyIkaWQiOiIyNDciLCJGb250U2l6ZSI6MTAsIkZvbnROYW1lIjoiQ2FsaWJyaSIsIklzQm9sZCI6ZmFsc2UsIklzSXRhbGljIjpmYWxzZSwiSXNVbmRlcmxpbmVkIjpmYWxzZSwiUGFyZW50U3R5bGUiOm51bGx9LCJBdXRvU2l6ZSI6MCwiRm9yZWdyb3VuZCI6eyIkaWQiOiIyNDgiLCJDb2xvciI6eyIkaWQiOiIyNDkiLCJBIjoyNTUsIlIiOjY4LCJHIjo4NCwiQiI6MTA2fX0sIk1heFdpZHRoIjoyMDAuMCwiTWF4SGVpZ2h0IjoiSW5maW5pdHkiLCJTbWFydEZvcmVncm91bmRJc0FjdGl2ZSI6ZmFsc2UsIkhvcml6b250YWxBbGlnbm1lbnQiOjAsIlZlcnRpY2FsQWxpZ25tZW50IjowLCJTbWFydEZvcmVncm91bmQiOm51bGwsIk1hcmdpbiI6eyIkcmVmIjoiMTE4In0sIlBhZGRpbmciOnsiJHJlZiI6IjExOSJ9LCJCYWNrZ3JvdW5kIjp7IiRyZWYiOiIxMjAifSwiSXNWaXNpYmxlIjpmYWxzZSwiV2lkdGgiOjAuMCwiSGVpZ2h0IjowLjAsIkJvcmRlclN0eWxlIjp7IiRpZCI6IjI1MCIsIkxpbmVDb2xvciI6bnVsbCwiTGluZVdlaWdodCI6MC4wLCJMaW5lVHlwZSI6MCwiUGFyZW50U3R5bGUiOm51bGx9LCJQYXJlbnRTdHlsZSI6eyIkcmVmIjoiMTE0In19LCJEYXRlRm9ybWF0Ijp7IiRpZCI6IjI1MSIsIkZvcm1hdFN0cmluZyI6Ik0vZCIsIlNlcGFyYXRvciI6Ii8iLCJVc2VJbnRlcm5hdGlvbmFsRGF0ZUZvcm1hdCI6ZmFsc2V9LCJJc1Zpc2libGUiOnRydWUsIlBhcmVudFN0eWxlIjp7IiRyZWYiOiI4MCJ9fSwiSW5kZXgiOjIsIklkIjoiNDg1NDFjMDgtYjgyNi00ODgwLWI1ZjUtZTI0YzljMTk0ODljIiwiSW1wb3J0SWQiOm51bGwsIlRpdGxlIjoiU3ViLXRhc2sgMSIsIk5vdGUiOm51bGwsIkh5cGVybGluayI6bnVsbCwiSXNDaGFuZ2VkIjpmYWxzZSwiSXNOZXciOnRydWV9LHsiJGlkIjoiMjUyIiwiR3JvdXBOYW1lIjpudWxsLCJTdGFydERhdGUiOiIyMDE3LTA5LTA1VDAwOjAwOjAwWiIsIkVuZERhdGUiOiIyMDE3LTA5LTA5VDIzOjU5OjU5Ljk5OVoiLCJQZXJjZW50YWdlQ29tcGxldGUiOm51bGwsIlN0eWxlIjp7IiRpZCI6IjI1MyIsIlNoYXBlIjozLCJTaGFwZVRoaWNrbmVzcyI6MCwiRHVyYXRpb25Gb3JtYXQiOjAsIkluY2x1ZGVOb25Xb3JraW5nRGF5c0luRHVyYXRpb24iOmZhbHNlLCJQZXJjZW50YWdlQ29tcGxldGVTdHlsZSI6eyIkaWQiOiIyNTQiLCJGb250U2V0dGluZ3MiOnsiJHJlZiI6IjgyIn0sIkF1dG9TaXplIjowLCJGb3JlZ3JvdW5kIjp7IiRyZWYiOiI4MyJ9LCJNYXhXaWR0aCI6MjAwLjAsIk1heEhlaWdodCI6IkluZmluaXR5IiwiU21hcnRGb3JlZ3JvdW5kSXNBY3RpdmUiOmZhbHNlLCJIb3Jpem9udGFsQWxpZ25tZW50IjowLCJWZXJ0aWNhbEFsaWdubWVudCI6MCwiU21hcnRGb3JlZ3JvdW5kIjpudWxsLCJNYXJnaW4iOnsiJHJlZiI6Ijg1In0sIlBhZGRpbmciOnsiJHJlZiI6Ijg2In0sIkJhY2tncm91bmQiOnsiJHJlZiI6Ijg3In0sIklzVmlzaWJsZSI6dHJ1ZSwiV2lkdGgiOjAuMCwiSGVpZ2h0IjowLjAsIkJvcmRlclN0eWxlIjp7IiRpZCI6IjI1NSIsIkxpbmVDb2xvciI6bnVsbCwiTGluZVdlaWdodCI6MC4wLCJMaW5lVHlwZSI6MCwiUGFyZW50U3R5bGUiOm51bGx9LCJQYXJlbnRTdHlsZSI6eyIkcmVmIjoiODEifX0sIkR1cmF0aW9uU3R5bGUiOnsiJGlkIjoiMjU2IiwiRm9udFNldHRpbmdzIjp7IiRyZWYiOiI4OSJ9LCJBdXRvU2l6ZSI6MCwiRm9yZWdyb3VuZCI6eyIkaWQiOiIyNTciLCJDb2xvciI6eyIkaWQiOiIyNTgiLCJBIjoyNTUsIlIiOjI1NSwiRyI6MjU1LCJCIjoyNTV9fSwiTWF4V2lkdGgiOjIwMC4wLCJNYXhIZWlnaHQiOiJJbmZpbml0eSIsIlNtYXJ0Rm9yZWdyb3VuZElzQWN0aXZlIjp0cnVlLCJIb3Jpem9udGFsQWxpZ25tZW50IjowLCJWZXJ0aWNhbEFsaWdubWVudCI6MCwiU21hcnRGb3JlZ3JvdW5kIjp7IiRpZCI6IjI1OSIsIkNvbG9yIjp7IiRyZWYiOiIyNTgifX0sIk1hcmdpbiI6eyIkcmVmIjoiOTIifSwiUGFkZGluZyI6eyIkcmVmIjoiOTMifSwiQmFja2dyb3VuZCI6eyIkcmVmIjoiOTQifSwiSXNWaXNpYmxlIjp0cnVlLCJXaWR0aCI6MC4wLCJIZWlnaHQiOjAuMCwiQm9yZGVyU3R5bGUiOnsiJGlkIjoiMjYwIiwiTGluZUNvbG9yIjpudWxsLCJMaW5lV2VpZ2h0IjowLjAsIkxpbmVUeXBlIjowLCJQYXJlbnRTdHlsZSI6bnVsbH0sIlBhcmVudFN0eWxlIjp7IiRyZWYiOiI4OCJ9fSwiSG9yaXpvbnRhbENvbm5lY3RvclN0eWxlIjp7IiRpZCI6IjI2MSIsIkxpbmVDb2xvciI6eyIkaWQiOiIyNjIiLCIkdHlwZSI6Ik5MUkUuQ29tbW9uLkRvbS5Tb2xpZENvbG9yQnJ1c2gsIE5MUkUuQ29tbW9uIiwiQ29sb3IiOnsiJGlkIjoiMjYzIiwiQSI6MjU1LCJSIjoyMzEsIkciOjIzMCwiQiI6MjMwfX0sIkxpbmVXZWlnaHQiOjEuMCwiTGluZVR5cGUiOjAsIlBhcmVudFN0eWxlIjp7IiRyZWYiOiI5NSJ9fSwiVmVydGljYWxDb25uZWN0b3JTdHlsZSI6eyIkaWQiOiIyNjQiLCJMaW5lQ29sb3IiOnsiJHJlZiI6Ijk5In0sIkxpbmVXZWlnaHQiOjAuMCwiTGluZVR5cGUiOjAsIlBhcmVudFN0eWxlIjp7IiRyZWYiOiI5OCJ9fSwiTWFyZ2luIjpudWxsLCJTdGFydERhdGVQb3NpdGlvbiI6NiwiRW5kRGF0ZVBvc2l0aW9uIjo2LCJUaXRsZVBvc2l0aW9uIjo1LCJEdXJhdGlvblBvc2l0aW9uIjoyLCJQZXJjZW50YWdlQ29tcGxldGVkUG9zaXRpb24iOjYsIlNwYWNpbmciOjIsIklzQmVsb3dUaW1lYmFuZCI6dHJ1ZSwiUGVyY2VudGFnZUNvbXBsZXRlU2hhcGVPcGFjaXR5IjozNSwiU2hhcGVTdHlsZSI6eyIkaWQiOiIyNjUiLCJNYXJnaW4iOnsiJHJlZiI6IjEwMiJ9LCJQYWRkaW5nIjp7IiRpZCI6IjI2NiIsIlRvcCI6MCwiTGVmdCI6MCwiUmlnaHQiOjEwLCJCb3R0b20iOjB9LCJCYWNrZ3JvdW5kIjp7IiRpZCI6IjI2NyIsIkNvbG9yIjp7IiRpZCI6IjI2OCIsIkEiOjI1NSwiUiI6MTkyLCJHIjowLCJCIjowfX0sIklzVmlzaWJsZSI6dHJ1ZSwiV2lkdGgiOjAuMCwiSGVpZ2h0IjoxMC4wLCJCb3JkZXJTdHlsZSI6eyIkaWQiOiIyNjkiLCJMaW5lQ29sb3IiOnsiJGlkIjoiMjcwIiwiJHR5cGUiOiJOTFJFLkNvbW1vbi5Eb20uU29saWRDb2xvckJydXNoLCBOTFJFLkNvbW1vbiIsIkNvbG9yIjp7IiRpZCI6IjI3MSIsIkEiOjI1NSwiUiI6MjU1LCJHIjowLCJCIjowfX0sIkxpbmVXZWlnaHQiOjAuMCwiTGluZVR5cGUiOjAsIlBhcmVudFN0eWxlIjpudWxsfSwiUGFyZW50U3R5bGUiOnsiJHJlZiI6IjEwMSJ9fSwiVGl0bGVTdHlsZSI6eyIkaWQiOiIyNzIiLCJGb250U2V0dGluZ3MiOnsiJGlkIjoiMjczIiwiRm9udFNpemUiOjExLCJGb250TmFtZSI6IkNhbGlicmkiLCJJc0JvbGQiOmZhbHNlLCJJc0l0YWxpYyI6ZmFsc2UsIklzVW5kZXJsaW5lZCI6ZmFsc2UsIlBhcmVudFN0eWxlIjpudWxsfSwiQXV0b1NpemUiOjAsIkZvcmVncm91bmQiOnsiJGlkIjoiMjc0IiwiQ29sb3IiOnsiJGlkIjoiMjc1IiwiQSI6MjU1LCJSIjoxNzgsIkciOjE0LCJCIjoxOH19LCJNYXhXaWR0aCI6MjAwLjAsIk1heEhlaWdodCI6IkluZmluaXR5IiwiU21hcnRGb3JlZ3JvdW5kSXNBY3RpdmUiOmZhbHNlLCJIb3Jpem9udGFsQWxpZ25tZW50IjowLCJWZXJ0aWNhbEFsaWdubWVudCI6MCwiU21hcnRGb3JlZ3JvdW5kIjpudWxsLCJNYXJnaW4iOnsiJHJlZiI6IjExMSJ9LCJQYWRkaW5nIjp7IiRyZWYiOiIxMTIifSwiQmFja2dyb3VuZCI6eyIkcmVmIjoiMTEzIn0sIklzVmlzaWJsZSI6dHJ1ZSwiV2lkdGgiOjAuMCwiSGVpZ2h0IjowLjAsIkJvcmRlclN0eWxlIjp7IiRpZCI6IjI3NiIsIkxpbmVDb2xvciI6bnVsbCwiTGluZVdlaWdodCI6MC4wLCJMaW5lVHlwZSI6MCwiUGFyZW50U3R5bGUiOm51bGx9LCJQYXJlbnRTdHlsZSI6eyIkcmVmIjoiMTA3In19LCJEYXRlU3R5bGUiOnsiJGlkIjoiMjc3IiwiRm9udFNldHRpbmdzIjp7IiRpZCI6IjI3OCIsIkZvbnRTaXplIjoxMCwiRm9udE5hbWUiOiJDYWxpYnJpIiwiSXNCb2xkIjpmYWxzZSwiSXNJdGFsaWMiOmZhbHNlLCJJc1VuZGVybGluZWQiOmZhbHNlLCJQYXJlbnRTdHlsZSI6bnVsbH0sIkF1dG9TaXplIjowLCJGb3JlZ3JvdW5kIjp7IiRpZCI6IjI3OSIsIkNvbG9yIjp7IiRpZCI6IjI4MCIsIkEiOjI1NSwiUiI6NjgsIkciOjg0LCJCIjoxMDZ9fSwiTWF4V2lkdGgiOjIwMC4wLCJNYXhIZWlnaHQiOiJJbmZpbml0eSIsIlNtYXJ0Rm9yZWdyb3VuZElzQWN0aXZlIjpmYWxzZSwiSG9yaXpvbnRhbEFsaWdubWVudCI6MCwiVmVydGljYWxBbGlnbm1lbnQiOjAsIlNtYXJ0Rm9yZWdyb3VuZCI6bnVsbCwiTWFyZ2luIjp7IiRyZWYiOiIxMTgifSwiUGFkZGluZyI6eyIkcmVmIjoiMTE5In0sIkJhY2tncm91bmQiOnsiJHJlZiI6IjEyMCJ9LCJJc1Zpc2libGUiOmZhbHNlLCJXaWR0aCI6MC4wLCJIZWlnaHQiOjAuMCwiQm9yZGVyU3R5bGUiOnsiJGlkIjoiMjgxIiwiTGluZUNvbG9yIjpudWxsLCJMaW5lV2VpZ2h0IjowLjAsIkxpbmVUeXBlIjowLCJQYXJlbnRTdHlsZSI6bnVsbH0sIlBhcmVudFN0eWxlIjp7IiRyZWYiOiIxMTQifX0sIkRhdGVGb3JtYXQiOnsiJGlkIjoiMjgyIiwiRm9ybWF0U3RyaW5nIjoiTS9kIiwiU2VwYXJhdG9yIjoiLyIsIlVzZUludGVybmF0aW9uYWxEYXRlRm9ybWF0IjpmYWxzZX0sIklzVmlzaWJsZSI6dHJ1ZSwiUGFyZW50U3R5bGUiOnsiJHJlZiI6IjgwIn19LCJJbmRleCI6MywiSWQiOiI1OWNhNjBhYS0xYmE5LTQ4YTctOTUxNi1mYTAxMTg4NjUzMDgiLCJJbXBvcnRJZCI6bnVsbCwiVGl0bGUiOiJTdWItdGFzayAyIiwiTm90ZSI6bnVsbCwiSHlwZXJsaW5rIjpudWxsLCJJc0NoYW5nZWQiOmZhbHNlLCJJc05ldyI6dHJ1ZX0seyIkaWQiOiIyODMiLCJHcm91cE5hbWUiOm51bGwsIlN0YXJ0RGF0ZSI6IjIwMTctMDktMTBUMDA6MDA6MDBaIiwiRW5kRGF0ZSI6IjIwMTctMDktMTZUMjM6NTk6NTkuOTk5WiIsIlBlcmNlbnRhZ2VDb21wbGV0ZSI6bnVsbCwiU3R5bGUiOnsiJGlkIjoiMjg0IiwiU2hhcGUiOjQsIlNoYXBlVGhpY2tuZXNzIjowLCJEdXJhdGlvbkZvcm1hdCI6MCwiSW5jbHVkZU5vbldvcmtpbmdEYXlzSW5EdXJhdGlvbiI6ZmFsc2UsIlBlcmNlbnRhZ2VDb21wbGV0ZVN0eWxlIjp7IiRpZCI6IjI4NSIsIkZvbnRTZXR0aW5ncyI6eyIkcmVmIjoiODIifSwiQXV0b1NpemUiOjAsIkZvcmVncm91bmQiOnsiJHJlZiI6IjgzIn0sIk1heFdpZHRoIjoyMDAuMCwiTWF4SGVpZ2h0IjoiSW5maW5pdHkiLCJTbWFydEZvcmVncm91bmRJc0FjdGl2ZSI6ZmFsc2UsIkhvcml6b250YWxBbGlnbm1lbnQiOjAsIlZlcnRpY2FsQWxpZ25tZW50IjowLCJTbWFydEZvcmVncm91bmQiOm51bGwsIk1hcmdpbiI6eyIkcmVmIjoiODUifSwiUGFkZGluZyI6eyIkcmVmIjoiODYifSwiQmFja2dyb3VuZCI6eyIkcmVmIjoiODcifSwiSXNWaXNpYmxlIjp0cnVlLCJXaWR0aCI6MC4wLCJIZWlnaHQiOjAuMCwiQm9yZGVyU3R5bGUiOnsiJGlkIjoiMjg2IiwiTGluZUNvbG9yIjpudWxsLCJMaW5lV2VpZ2h0IjowLjAsIkxpbmVUeXBlIjowLCJQYXJlbnRTdHlsZSI6bnVsbH0sIlBhcmVudFN0eWxlIjp7IiRyZWYiOiI4MSJ9fSwiRHVyYXRpb25TdHlsZSI6eyIkaWQiOiIyODciLCJGb250U2V0dGluZ3MiOnsiJHJlZiI6Ijg5In0sIkF1dG9TaXplIjowLCJGb3JlZ3JvdW5kIjp7IiRpZCI6IjI4OCIsIkNvbG9yIjp7IiRpZCI6IjI4OSIsIkEiOjI1NSwiUiI6MjU1LCJHIjoyNTUsIkIiOjI1NX19LCJNYXhXaWR0aCI6MjAwLjAsIk1heEhlaWdodCI6IkluZmluaXR5IiwiU21hcnRGb3JlZ3JvdW5kSXNBY3RpdmUiOnRydWUsIkhvcml6b250YWxBbGlnbm1lbnQiOjAsIlZlcnRpY2FsQWxpZ25tZW50IjowLCJTbWFydEZvcmVncm91bmQiOnsiJGlkIjoiMjkwIiwiQ29sb3IiOnsiJHJlZiI6IjI4OSJ9fSwiTWFyZ2luIjp7IiRyZWYiOiI5MiJ9LCJQYWRkaW5nIjp7IiRyZWYiOiI5MyJ9LCJCYWNrZ3JvdW5kIjp7IiRyZWYiOiI5NCJ9LCJJc1Zpc2libGUiOnRydWUsIldpZHRoIjowLjAsIkhlaWdodCI6MC4wLCJCb3JkZXJTdHlsZSI6eyIkaWQiOiIyOTEiLCJMaW5lQ29sb3IiOm51bGwsIkxpbmVXZWlnaHQiOjAuMCwiTGluZVR5cGUiOjAsIlBhcmVudFN0eWxlIjpudWxsfSwiUGFyZW50U3R5bGUiOnsiJHJlZiI6Ijg4In19LCJIb3Jpem9udGFsQ29ubmVjdG9yU3R5bGUiOnsiJGlkIjoiMjkyIiwiTGluZUNvbG9yIjp7IiRpZCI6IjI5MyIsIiR0eXBlIjoiTkxSRS5Db21tb24uRG9tLlNvbGlkQ29sb3JCcnVzaCwgTkxSRS5Db21tb24iLCJDb2xvciI6eyIkaWQiOiIyOTQiLCJBIjoyNTUsIlIiOjIzMSwiRyI6MjMwLCJCIjoyMzB9fSwiTGluZVdlaWdodCI6MS4wLCJMaW5lVHlwZSI6MCwiUGFyZW50U3R5bGUiOnsiJHJlZiI6Ijk1In19LCJWZXJ0aWNhbENvbm5lY3RvclN0eWxlIjp7IiRpZCI6IjI5NSIsIkxpbmVDb2xvciI6eyIkcmVmIjoiOTkifSwiTGluZVdlaWdodCI6MC4wLCJMaW5lVHlwZSI6MCwiUGFyZW50U3R5bGUiOnsiJHJlZiI6Ijk4In19LCJNYXJnaW4iOm51bGwsIlN0YXJ0RGF0ZVBvc2l0aW9uIjo2LCJFbmREYXRlUG9zaXRpb24iOjYsIlRpdGxlUG9zaXRpb24iOjUsIkR1cmF0aW9uUG9zaXRpb24iOjIsIlBlcmNlbnRhZ2VDb21wbGV0ZWRQb3NpdGlvbiI6NiwiU3BhY2luZyI6MiwiSXNCZWxvd1RpbWViYW5kIjp0cnVlLCJQZXJjZW50YWdlQ29tcGxldGVTaGFwZU9wYWNpdHkiOjM1LCJTaGFwZVN0eWxlIjp7IiRpZCI6IjI5NiIsIk1hcmdpbiI6eyIkcmVmIjoiMTAyIn0sIlBhZGRpbmciOnsiJGlkIjoiMjk3IiwiVG9wIjowLCJMZWZ0IjoxMCwiUmlnaHQiOjEwLCJCb3R0b20iOjB9LCJCYWNrZ3JvdW5kIjp7IiRpZCI6IjI5OCIsIkNvbG9yIjp7IiRpZCI6IjI5OSIsIkEiOjI1NSwiUiI6MTkyLCJHIjowLCJCIjowfX0sIklzVmlzaWJsZSI6dHJ1ZSwiV2lkdGgiOjAuMCwiSGVpZ2h0IjoxMC4wLCJCb3JkZXJTdHlsZSI6eyIkaWQiOiIzMDAiLCJMaW5lQ29sb3IiOnsiJGlkIjoiMzAxIiwiJHR5cGUiOiJOTFJFLkNvbW1vbi5Eb20uU29saWRDb2xvckJydXNoLCBOTFJFLkNvbW1vbiIsIkNvbG9yIjp7IiRpZCI6IjMwMiIsIkEiOjI1NSwiUiI6MjU1LCJHIjowLCJCIjowfX0sIkxpbmVXZWlnaHQiOjAuMCwiTGluZVR5cGUiOjAsIlBhcmVudFN0eWxlIjpudWxsfSwiUGFyZW50U3R5bGUiOnsiJHJlZiI6IjEwMSJ9fSwiVGl0bGVTdHlsZSI6eyIkaWQiOiIzMDMiLCJGb250U2V0dGluZ3MiOnsiJGlkIjoiMzA0IiwiRm9udFNpemUiOjExLCJGb250TmFtZSI6IkNhbGlicmkiLCJJc0JvbGQiOmZhbHNlLCJJc0l0YWxpYyI6ZmFsc2UsIklzVW5kZXJsaW5lZCI6ZmFsc2UsIlBhcmVudFN0eWxlIjpudWxsfSwiQXV0b1NpemUiOjAsIkZvcmVncm91bmQiOnsiJGlkIjoiMzA1IiwiQ29sb3IiOnsiJGlkIjoiMzA2IiwiQSI6MjU1LCJSIjoxOTIsIkciOjAsIkIiOjB9fSwiTWF4V2lkdGgiOjIwMC4wLCJNYXhIZWlnaHQiOiJJbmZpbml0eSIsIlNtYXJ0Rm9yZWdyb3VuZElzQWN0aXZlIjpmYWxzZSwiSG9yaXpvbnRhbEFsaWdubWVudCI6MCwiVmVydGljYWxBbGlnbm1lbnQiOjAsIlNtYXJ0Rm9yZWdyb3VuZCI6bnVsbCwiTWFyZ2luIjp7IiRyZWYiOiIxMTEifSwiUGFkZGluZyI6eyIkcmVmIjoiMTEyIn0sIkJhY2tncm91bmQiOnsiJHJlZiI6IjExMyJ9LCJJc1Zpc2libGUiOnRydWUsIldpZHRoIjowLjAsIkhlaWdodCI6MC4wLCJCb3JkZXJTdHlsZSI6eyIkaWQiOiIzMDciLCJMaW5lQ29sb3IiOm51bGwsIkxpbmVXZWlnaHQiOjAuMCwiTGluZVR5cGUiOjAsIlBhcmVudFN0eWxlIjpudWxsfSwiUGFyZW50U3R5bGUiOnsiJHJlZiI6IjEwNyJ9fSwiRGF0ZVN0eWxlIjp7IiRpZCI6IjMwOCIsIkZvbnRTZXR0aW5ncyI6eyIkaWQiOiIzMDkiLCJGb250U2l6ZSI6MTAsIkZvbnROYW1lIjoiQ2FsaWJyaSIsIklzQm9sZCI6ZmFsc2UsIklzSXRhbGljIjpmYWxzZSwiSXNVbmRlcmxpbmVkIjpmYWxzZSwiUGFyZW50U3R5bGUiOm51bGx9LCJBdXRvU2l6ZSI6MCwiRm9yZWdyb3VuZCI6eyIkaWQiOiIzMTAiLCJDb2xvciI6eyIkaWQiOiIzMTEiLCJBIjoyNTUsIlIiOjY4LCJHIjo4NCwiQiI6MTA2fX0sIk1heFdpZHRoIjoyMDAuMCwiTWF4SGVpZ2h0IjoiSW5maW5pdHkiLCJTbWFydEZvcmVncm91bmRJc0FjdGl2ZSI6ZmFsc2UsIkhvcml6b250YWxBbGlnbm1lbnQiOjAsIlZlcnRpY2FsQWxpZ25tZW50IjowLCJTbWFydEZvcmVncm91bmQiOm51bGwsIk1hcmdpbiI6eyIkcmVmIjoiMTE4In0sIlBhZGRpbmciOnsiJHJlZiI6IjExOSJ9LCJCYWNrZ3JvdW5kIjp7IiRyZWYiOiIxMjAifSwiSXNWaXNpYmxlIjpmYWxzZSwiV2lkdGgiOjAuMCwiSGVpZ2h0IjowLjAsIkJvcmRlclN0eWxlIjp7IiRpZCI6IjMxMiIsIkxpbmVDb2xvciI6bnVsbCwiTGluZVdlaWdodCI6MC4wLCJMaW5lVHlwZSI6MCwiUGFyZW50U3R5bGUiOm51bGx9LCJQYXJlbnRTdHlsZSI6eyIkcmVmIjoiMTE0In19LCJEYXRlRm9ybWF0Ijp7IiRpZCI6IjMxMyIsIkZvcm1hdFN0cmluZyI6Ik0vZCIsIlNlcGFyYXRvciI6Ii8iLCJVc2VJbnRlcm5hdGlvbmFsRGF0ZUZvcm1hdCI6ZmFsc2V9LCJJc1Zpc2libGUiOnRydWUsIlBhcmVudFN0eWxlIjp7IiRyZWYiOiI4MCJ9fSwiSW5kZXgiOjQsIklkIjoiNzhiZTdkOTEtMDgxOC00NzU0LWIwNTUtODllNjVjNDFjNDIxIiwiSW1wb3J0SWQiOm51bGwsIlRpdGxlIjoiU3ViLXRhc2sgMyIsIk5vdGUiOm51bGwsIkh5cGVybGluayI6bnVsbCwiSXNDaGFuZ2VkIjpmYWxzZSwiSXNOZXciOnRydWV9LHsiJGlkIjoiMzE0IiwiR3JvdXBOYW1lIjpudWxsLCJTdGFydERhdGUiOiIyMDE3LTA5LTE3VDAwOjAwOjAwWiIsIkVuZERhdGUiOiIyMDE3LTA5LTE3VDIzOjU5OjU5Ljk5OVoiLCJQZXJjZW50YWdlQ29tcGxldGUiOm51bGwsIlN0eWxlIjp7IiRpZCI6IjMxNSIsIlNoYXBlIjo1LCJTaGFwZVRoaWNrbmVzcyI6MSwiRHVyYXRpb25Gb3JtYXQiOjAsIkluY2x1ZGVOb25Xb3JraW5nRGF5c0luRHVyYXRpb24iOmZhbHNlLCJQZXJjZW50YWdlQ29tcGxldGVTdHlsZSI6eyIkaWQiOiIzMTYiLCJGb250U2V0dGluZ3MiOnsiJHJlZiI6IjgyIn0sIkF1dG9TaXplIjowLCJGb3JlZ3JvdW5kIjp7IiRyZWYiOiI4MyJ9LCJNYXhXaWR0aCI6MjAwLjAsIk1heEhlaWdodCI6IkluZmluaXR5IiwiU21hcnRGb3JlZ3JvdW5kSXNBY3RpdmUiOmZhbHNlLCJIb3Jpem9udGFsQWxpZ25tZW50IjowLCJWZXJ0aWNhbEFsaWdubWVudCI6MCwiU21hcnRGb3JlZ3JvdW5kIjpudWxsLCJNYXJnaW4iOnsiJHJlZiI6Ijg1In0sIlBhZGRpbmciOnsiJHJlZiI6Ijg2In0sIkJhY2tncm91bmQiOnsiJHJlZiI6Ijg3In0sIklzVmlzaWJsZSI6dHJ1ZSwiV2lkdGgiOjAuMCwiSGVpZ2h0IjowLjAsIkJvcmRlclN0eWxlIjp7IiRpZCI6IjMxNyIsIkxpbmVDb2xvciI6bnVsbCwiTGluZVdlaWdodCI6MC4wLCJMaW5lVHlwZSI6MCwiUGFyZW50U3R5bGUiOm51bGx9LCJQYXJlbnRTdHlsZSI6eyIkcmVmIjoiODEifX0sIkR1cmF0aW9uU3R5bGUiOnsiJGlkIjoiMzE4IiwiRm9udFNldHRpbmdzIjp7IiRyZWYiOiI4OSJ9LCJBdXRvU2l6ZSI6MCwiRm9yZWdyb3VuZCI6eyIkaWQiOiIzMTkiLCJDb2xvciI6eyIkaWQiOiIzMjAiLCJBIjoyNTUsIlIiOjE3OCwiRyI6MTQsIkIiOjE4fX0sIk1heFdpZHRoIjoyMDAuMCwiTWF4SGVpZ2h0IjoiSW5maW5pdHkiLCJTbWFydEZvcmVncm91bmRJc0FjdGl2ZSI6ZmFsc2UsIkhvcml6b250YWxBbGlnbm1lbnQiOjAsIlZlcnRpY2FsQWxpZ25tZW50IjowLCJTbWFydEZvcmVncm91bmQiOm51bGwsIk1hcmdpbiI6eyIkcmVmIjoiOTIifSwiUGFkZGluZyI6eyIkcmVmIjoiOTMifSwiQmFja2dyb3VuZCI6eyIkcmVmIjoiOTQifSwiSXNWaXNpYmxlIjp0cnVlLCJXaWR0aCI6MC4wLCJIZWlnaHQiOjAuMCwiQm9yZGVyU3R5bGUiOnsiJGlkIjoiMzIxIiwiTGluZUNvbG9yIjpudWxsLCJMaW5lV2VpZ2h0IjowLjAsIkxpbmVUeXBlIjowLCJQYXJlbnRTdHlsZSI6bnVsbH0sIlBhcmVudFN0eWxlIjp7IiRyZWYiOiI4OCJ9fSwiSG9yaXpvbnRhbENvbm5lY3RvclN0eWxlIjp7IiRpZCI6IjMyMiIsIkxpbmVDb2xvciI6eyIkaWQiOiIzMjMiLCIkdHlwZSI6Ik5MUkUuQ29tbW9uLkRvbS5Tb2xpZENvbG9yQnJ1c2gsIE5MUkUuQ29tbW9uIiwiQ29sb3IiOnsiJGlkIjoiMzI0IiwiQSI6MjU1LCJSIjoyMzEsIkciOjIzMCwiQiI6MjMwfX0sIkxpbmVXZWlnaHQiOjEuMCwiTGluZVR5cGUiOjAsIlBhcmVudFN0eWxlIjp7IiRyZWYiOiI5NSJ9fSwiVmVydGljYWxDb25uZWN0b3JTdHlsZSI6eyIkaWQiOiIzMjUiLCJMaW5lQ29sb3IiOnsiJHJlZiI6Ijk5In0sIkxpbmVXZWlnaHQiOjAuMCwiTGluZVR5cGUiOjAsIlBhcmVudFN0eWxlIjp7IiRyZWYiOiI5OCJ9fSwiTWFyZ2luIjpudWxsLCJTdGFydERhdGVQb3NpdGlvbiI6NiwiRW5kRGF0ZVBvc2l0aW9uIjo2LCJUaXRsZVBvc2l0aW9uIjo1LCJEdXJhdGlvblBvc2l0aW9uIjoyLCJQZXJjZW50YWdlQ29tcGxldGVkUG9zaXRpb24iOjYsIlNwYWNpbmciOjEwLCJJc0JlbG93VGltZWJhbmQiOnRydWUsIlBlcmNlbnRhZ2VDb21wbGV0ZVNoYXBlT3BhY2l0eSI6MzUsIlNoYXBlU3R5bGUiOnsiJGlkIjoiMzI2IiwiTWFyZ2luIjp7IiRyZWYiOiIxMDIifSwiUGFkZGluZyI6eyIkaWQiOiIzMjciLCJUb3AiOjQsIkxlZnQiOjAsIlJpZ2h0IjoxMCwiQm90dG9tIjo0fSwiQmFja2dyb3VuZCI6eyIkaWQiOiIzMjgiLCJDb2xvciI6eyIkaWQiOiIzMjkiLCJBIjoyNTUsIlIiOjIwNCwiRyI6MCwiQiI6MH19LCJJc1Zpc2libGUiOnRydWUsIldpZHRoIjowLjAsIkhlaWdodCI6MTYuMCwiQm9yZGVyU3R5bGUiOnsiJGlkIjoiMzMwIiwiTGluZUNvbG9yIjp7IiRpZCI6IjMzMSIsIiR0eXBlIjoiTkxSRS5Db21tb24uRG9tLlNvbGlkQ29sb3JCcnVzaCwgTkxSRS5Db21tb24iLCJDb2xvciI6eyIkaWQiOiIzMzIiLCJBIjoyNTUsIlIiOjI1NSwiRyI6MCwiQiI6MH19LCJMaW5lV2VpZ2h0IjowLjAsIkxpbmVUeXBlIjowLCJQYXJlbnRTdHlsZSI6bnVsbH0sIlBhcmVudFN0eWxlIjp7IiRyZWYiOiIxMDEifX0sIlRpdGxlU3R5bGUiOnsiJGlkIjoiMzMzIiwiRm9udFNldHRpbmdzIjp7IiRpZCI6IjMzNCIsIkZvbnRTaXplIjoxMSwiRm9udE5hbWUiOiJDYWxpYnJpIiwiSXNCb2xkIjpmYWxzZSwiSXNJdGFsaWMiOmZhbHNlLCJJc1VuZGVybGluZWQiOmZhbHNlLCJQYXJlbnRTdHlsZSI6bnVsbH0sIkF1dG9TaXplIjowLCJGb3JlZ3JvdW5kIjp7IiRpZCI6IjMzNSIsIkNvbG9yIjp7IiRpZCI6IjMzNiIsIkEiOjI1NSwiUiI6MTkyLCJHIjowLCJCIjowfX0sIk1heFdpZHRoIjoyMDAuMCwiTWF4SGVpZ2h0IjoiSW5maW5pdHkiLCJTbWFydEZvcmVncm91bmRJc0FjdGl2ZSI6ZmFsc2UsIkhvcml6b250YWxBbGlnbm1lbnQiOjAsIlZlcnRpY2FsQWxpZ25tZW50IjowLCJTbWFydEZvcmVncm91bmQiOm51bGwsIk1hcmdpbiI6eyIkcmVmIjoiMTExIn0sIlBhZGRpbmciOnsiJHJlZiI6IjExMiJ9LCJCYWNrZ3JvdW5kIjp7IiRyZWYiOiIxMTMifSwiSXNWaXNpYmxlIjp0cnVlLCJXaWR0aCI6MC4wLCJIZWlnaHQiOjAuMCwiQm9yZGVyU3R5bGUiOnsiJGlkIjoiMzM3IiwiTGluZUNvbG9yIjpudWxsLCJMaW5lV2VpZ2h0IjowLjAsIkxpbmVUeXBlIjowLCJQYXJlbnRTdHlsZSI6bnVsbH0sIlBhcmVudFN0eWxlIjp7IiRyZWYiOiIxMDcifX0sIkRhdGVTdHlsZSI6eyIkaWQiOiIzMzgiLCJGb250U2V0dGluZ3MiOnsiJGlkIjoiMzM5IiwiRm9udFNpemUiOjEwLCJGb250TmFtZSI6IkNhbGlicmkiLCJJc0JvbGQiOmZhbHNlLCJJc0l0YWxpYyI6ZmFsc2UsIklzVW5kZXJsaW5lZCI6ZmFsc2UsIlBhcmVudFN0eWxlIjpudWxsfSwiQXV0b1NpemUiOjAsIkZvcmVncm91bmQiOnsiJGlkIjoiMzQwIiwiQ29sb3IiOnsiJGlkIjoiMzQxIiwiQSI6MjU1LCJSIjo2OCwiRyI6ODQsIkIiOjEwNn19LCJNYXhXaWR0aCI6MjAwLjAsIk1heEhlaWdodCI6IkluZmluaXR5IiwiU21hcnRGb3JlZ3JvdW5kSXNBY3RpdmUiOmZhbHNlLCJIb3Jpem9udGFsQWxpZ25tZW50IjowLCJWZXJ0aWNhbEFsaWdubWVudCI6MCwiU21hcnRGb3JlZ3JvdW5kIjpudWxsLCJNYXJnaW4iOnsiJHJlZiI6IjExOCJ9LCJQYWRkaW5nIjp7IiRyZWYiOiIxMTkifSwiQmFja2dyb3VuZCI6eyIkcmVmIjoiMTIwIn0sIklzVmlzaWJsZSI6ZmFsc2UsIldpZHRoIjowLjAsIkhlaWdodCI6MC4wLCJCb3JkZXJTdHlsZSI6eyIkaWQiOiIzNDIiLCJMaW5lQ29sb3IiOm51bGwsIkxpbmVXZWlnaHQiOjAuMCwiTGluZVR5cGUiOjAsIlBhcmVudFN0eWxlIjpudWxsfSwiUGFyZW50U3R5bGUiOnsiJHJlZiI6IjExNCJ9fSwiRGF0ZUZvcm1hdCI6eyIkaWQiOiIzNDMiLCJGb3JtYXRTdHJpbmciOiJNL2QiLCJTZXBhcmF0b3IiOiIvIiwiVXNlSW50ZXJuYXRpb25hbERhdGVGb3JtYXQiOmZhbHNlfSwiSXNWaXNpYmxlIjp0cnVlLCJQYXJlbnRTdHlsZSI6eyIkcmVmIjoiODAifX0sIkluZGV4Ijo1LCJJZCI6IjgzNmMzNTdkLWI0MDgtNGI1MC04MDdkLWRkMjdiODdjYmRjMyIsIkltcG9ydElkIjpudWxsLCJUaXRsZSI6IlN1Yi10YXNrIDQgLSB6ZXJvIGR1cmF0aW9uIiwiTm90ZSI6bnVsbCwiSHlwZXJsaW5rIjpudWxsLCJJc0NoYW5nZWQiOmZhbHNlLCJJc05ldyI6dHJ1ZX0seyIkaWQiOiIzNDQiLCJHcm91cE5hbWUiOm51bGwsIlN0YXJ0RGF0ZSI6IjIwMTctMDktMThUMDA6MDA6MDBaIiwiRW5kRGF0ZSI6IjIwMTctMTAtMDNUMjM6NTk6NTkuOTk5WiIsIlBlcmNlbnRhZ2VDb21wbGV0ZSI6bnVsbCwiU3R5bGUiOnsiJGlkIjoiMzQ1IiwiU2hhcGUiOjYsIlNoYXBlVGhpY2tuZXNzIjoxLCJEdXJhdGlvbkZvcm1hdCI6MCwiSW5jbHVkZU5vbldvcmtpbmdEYXlzSW5EdXJhdGlvbiI6ZmFsc2UsIlBlcmNlbnRhZ2VDb21wbGV0ZVN0eWxlIjp7IiRpZCI6IjM0NiIsIkZvbnRTZXR0aW5ncyI6eyIkcmVmIjoiODIifSwiQXV0b1NpemUiOjAsIkZvcmVncm91bmQiOnsiJHJlZiI6IjgzIn0sIk1heFdpZHRoIjoyMDAuMCwiTWF4SGVpZ2h0IjoiSW5maW5pdHkiLCJTbWFydEZvcmVncm91bmRJc0FjdGl2ZSI6ZmFsc2UsIkhvcml6b250YWxBbGlnbm1lbnQiOjAsIlZlcnRpY2FsQWxpZ25tZW50IjowLCJTbWFydEZvcmVncm91bmQiOm51bGwsIk1hcmdpbiI6eyIkcmVmIjoiODUifSwiUGFkZGluZyI6eyIkcmVmIjoiODYifSwiQmFja2dyb3VuZCI6eyIkcmVmIjoiODcifSwiSXNWaXNpYmxlIjp0cnVlLCJXaWR0aCI6MC4wLCJIZWlnaHQiOjAuMCwiQm9yZGVyU3R5bGUiOnsiJGlkIjoiMzQ3IiwiTGluZUNvbG9yIjpudWxsLCJMaW5lV2VpZ2h0IjowLjAsIkxpbmVUeXBlIjowLCJQYXJlbnRTdHlsZSI6bnVsbH0sIlBhcmVudFN0eWxlIjp7IiRyZWYiOiI4MSJ9fSwiRHVyYXRpb25TdHlsZSI6eyIkaWQiOiIzNDgiLCJGb250U2V0dGluZ3MiOnsiJGlkIjoiMzQ5IiwiRm9udFNpemUiOjEzLCJGb250TmFtZSI6IkNhbGlicmkiLCJJc0JvbGQiOmZhbHNlLCJJc0l0YWxpYyI6ZmFsc2UsIklzVW5kZXJsaW5lZCI6ZmFsc2UsIlBhcmVudFN0eWxlIjpudWxsfSwiQXV0b1NpemUiOjAsIkZvcmVncm91bmQiOnsiJGlkIjoiMzUwIiwiQ29sb3IiOnsiJGlkIjoiMzUxIiwiQSI6MjU1LCJSIjoyNTUsIkciOjI1NSwiQiI6MjU1fX0sIk1heFdpZHRoIjoyMDAuMCwiTWF4SGVpZ2h0IjoiSW5maW5pdHkiLCJTbWFydEZvcmVncm91bmRJc0FjdGl2ZSI6ZmFsc2UsIkhvcml6b250YWxBbGlnbm1lbnQiOjAsIlZlcnRpY2FsQWxpZ25tZW50IjowLCJTbWFydEZvcmVncm91bmQiOnsiJGlkIjoiMzUyIiwiQ29sb3IiOnsiJHJlZiI6IjkxIn19LCJNYXJnaW4iOnsiJHJlZiI6IjkyIn0sIlBhZGRpbmciOnsiJHJlZiI6IjkzIn0sIkJhY2tncm91bmQiOnsiJHJlZiI6Ijk0In0sIklzVmlzaWJsZSI6dHJ1ZSwiV2lkdGgiOjAuMCwiSGVpZ2h0IjowLjAsIkJvcmRlclN0eWxlIjp7IiRpZCI6IjM1MyIsIkxpbmVDb2xvciI6bnVsbCwiTGluZVdlaWdodCI6MC4wLCJMaW5lVHlwZSI6MCwiUGFyZW50U3R5bGUiOm51bGx9LCJQYXJlbnRTdHlsZSI6eyIkcmVmIjoiODgifX0sIkhvcml6b250YWxDb25uZWN0b3JTdHlsZSI6eyIkaWQiOiIzNTQiLCJMaW5lQ29sb3IiOnsiJHJlZiI6Ijk2In0sIkxpbmVXZWlnaHQiOjEuMCwiTGluZVR5cGUiOjAsIlBhcmVudFN0eWxlIjp7IiRyZWYiOiI5NSJ9fSwiVmVydGljYWxDb25uZWN0b3JTdHlsZSI6eyIkaWQiOiIzNTUiLCJMaW5lQ29sb3IiOnsiJHJlZiI6Ijk5In0sIkxpbmVXZWlnaHQiOjAuMCwiTGluZVR5cGUiOjAsIlBhcmVudFN0eWxlIjp7IiRyZWYiOiI5OCJ9fSwiTWFyZ2luIjpudWxsLCJTdGFydERhdGVQb3NpdGlvbiI6NiwiRW5kRGF0ZVBvc2l0aW9uIjo2LCJUaXRsZVBvc2l0aW9uIjo1LCJEdXJhdGlvblBvc2l0aW9uIjoyLCJQZXJjZW50YWdlQ29tcGxldGVkUG9zaXRpb24iOjYsIlNwYWNpbmciOjIsIklzQmVsb3dUaW1lYmFuZCI6dHJ1ZSwiUGVyY2VudGFnZUNvbXBsZXRlU2hhcGVPcGFjaXR5IjozNSwiU2hhcGVTdHlsZSI6eyIkaWQiOiIzNTYiLCJNYXJnaW4iOnsiJHJlZiI6IjEwMiJ9LCJQYWRkaW5nIjp7IiRpZCI6IjM1NyIsIlRvcCI6NCwiTGVmdCI6MTAsIlJpZ2h0IjoxMCwiQm90dG9tIjo0fSwiQmFja2dyb3VuZCI6eyIkaWQiOiIzNTgiLCJDb2xvciI6eyIkaWQiOiIzNTkiLCJBIjoyNTUsIlIiOjMwLCJHIjoxMDEsIkIiOjE1Mn19LCJJc1Zpc2libGUiOnRydWUsIldpZHRoIjowLjAsIkhlaWdodCI6MTYuMCwiQm9yZGVyU3R5bGUiOnsiJGlkIjoiMzYwIiwiTGluZUNvbG9yIjp7IiRpZCI6IjM2MSIsIiR0eXBlIjoiTkxSRS5Db21tb24uRG9tLlNvbGlkQ29sb3JCcnVzaCwgTkxSRS5Db21tb24iLCJDb2xvciI6eyIkaWQiOiIzNjIiLCJBIjoyNTUsIlIiOjI1NSwiRyI6MCwiQiI6MH19LCJMaW5lV2VpZ2h0IjowLjAsIkxpbmVUeXBlIjowLCJQYXJlbnRTdHlsZSI6bnVsbH0sIlBhcmVudFN0eWxlIjp7IiRyZWYiOiIxMDEifX0sIlRpdGxlU3R5bGUiOnsiJGlkIjoiMzYzIiwiRm9udFNldHRpbmdzIjp7IiRpZCI6IjM2NCIsIkZvbnRTaXplIjoxNCwiRm9udE5hbWUiOiJDYWxpYnJpIiwiSXNCb2xkIjp0cnVlLCJJc0l0YWxpYyI6ZmFsc2UsIklzVW5kZXJsaW5lZCI6ZmFsc2UsIlBhcmVudFN0eWxlIjpudWxsfSwiQXV0b1NpemUiOjAsIkZvcmVncm91bmQiOnsiJGlkIjoiMzY1IiwiQ29sb3IiOnsiJGlkIjoiMzY2IiwiQSI6MjU1LCJSIjozMCwiRyI6MTAxLCJCIjoxNTJ9fSwiTWF4V2lkdGgiOjIwMC4wLCJNYXhIZWlnaHQiOiJJbmZpbml0eSIsIlNtYXJ0Rm9yZWdyb3VuZElzQWN0aXZlIjpmYWxzZSwiSG9yaXpvbnRhbEFsaWdubWVudCI6MCwiVmVydGljYWxBbGlnbm1lbnQiOjAsIlNtYXJ0Rm9yZWdyb3VuZCI6bnVsbCwiTWFyZ2luIjp7IiRyZWYiOiIxMTEifSwiUGFkZGluZyI6eyIkcmVmIjoiMTEyIn0sIkJhY2tncm91bmQiOnsiJHJlZiI6IjExMyJ9LCJJc1Zpc2libGUiOnRydWUsIldpZHRoIjowLjAsIkhlaWdodCI6MC4wLCJCb3JkZXJTdHlsZSI6eyIkaWQiOiIzNjciLCJMaW5lQ29sb3IiOm51bGwsIkxpbmVXZWlnaHQiOjAuMCwiTGluZVR5cGUiOjAsIlBhcmVudFN0eWxlIjpudWxsfSwiUGFyZW50U3R5bGUiOnsiJHJlZiI6IjEwNyJ9fSwiRGF0ZVN0eWxlIjp7IiRpZCI6IjM2OCIsIkZvbnRTZXR0aW5ncyI6eyIkaWQiOiIzNjkiLCJGb250U2l6ZSI6MTAsIkZvbnROYW1lIjoiQ2FsaWJyaSIsIklzQm9sZCI6ZmFsc2UsIklzSXRhbGljIjpmYWxzZSwiSXNVbmRlcmxpbmVkIjpmYWxzZSwiUGFyZW50U3R5bGUiOm51bGx9LCJBdXRvU2l6ZSI6MCwiRm9yZWdyb3VuZCI6eyIkaWQiOiIzNzAiLCJDb2xvciI6eyIkaWQiOiIzNzEiLCJBIjoyNTUsIlIiOjY4LCJHIjo4NCwiQiI6MTA2fX0sIk1heFdpZHRoIjoyMDAuMCwiTWF4SGVpZ2h0IjoiSW5maW5pdHkiLCJTbWFydEZvcmVncm91bmRJc0FjdGl2ZSI6ZmFsc2UsIkhvcml6b250YWxBbGlnbm1lbnQiOjAsIlZlcnRpY2FsQWxpZ25tZW50IjowLCJTbWFydEZvcmVncm91bmQiOm51bGwsIk1hcmdpbiI6eyIkcmVmIjoiMTE4In0sIlBhZGRpbmciOnsiJHJlZiI6IjExOSJ9LCJCYWNrZ3JvdW5kIjp7IiRyZWYiOiIxMjAifSwiSXNWaXNpYmxlIjpmYWxzZSwiV2lkdGgiOjAuMCwiSGVpZ2h0IjowLjAsIkJvcmRlclN0eWxlIjp7IiRpZCI6IjM3MiIsIkxpbmVDb2xvciI6bnVsbCwiTGluZVdlaWdodCI6MC4wLCJMaW5lVHlwZSI6MCwiUGFyZW50U3R5bGUiOm51bGx9LCJQYXJlbnRTdHlsZSI6eyIkcmVmIjoiMTE0In19LCJEYXRlRm9ybWF0Ijp7IiRpZCI6IjM3MyIsIkZvcm1hdFN0cmluZyI6Ik0vZCIsIlNlcGFyYXRvciI6Ii8iLCJVc2VJbnRlcm5hdGlvbmFsRGF0ZUZvcm1hdCI6ZmFsc2V9LCJJc1Zpc2libGUiOnRydWUsIlBhcmVudFN0eWxlIjp7IiRyZWYiOiI4MCJ9fSwiSW5kZXgiOjYsIklkIjoiNTdmNTQyOTktNTJkMS00YmY0LTkxMDItYTVhNWZhZjMwZTFhIiwiSW1wb3J0SWQiOm51bGwsIlRpdGxlIjoiUGhhc2UgMiIsIk5vdGUiOm51bGwsIkh5cGVybGluayI6bnVsbCwiSXNDaGFuZ2VkIjpmYWxzZSwiSXNOZXciOnRydWV9LHsiJGlkIjoiMzc0IiwiR3JvdXBOYW1lIjpudWxsLCJTdGFydERhdGUiOiIyMDE3LTA5LTE4VDAwOjAwOjAwWiIsIkVuZERhdGUiOiIyMDE3LTA5LTIzVDIzOjU5OjU5Ljk5OVoiLCJQZXJjZW50YWdlQ29tcGxldGUiOm51bGwsIlN0eWxlIjp7IiRpZCI6IjM3NSIsIlNoYXBlIjo0LCJTaGFwZVRoaWNrbmVzcyI6MCwiRHVyYXRpb25Gb3JtYXQiOjAsIkluY2x1ZGVOb25Xb3JraW5nRGF5c0luRHVyYXRpb24iOmZhbHNlLCJQZXJjZW50YWdlQ29tcGxldGVTdHlsZSI6eyIkaWQiOiIzNzYiLCJGb250U2V0dGluZ3MiOnsiJHJlZiI6IjgyIn0sIkF1dG9TaXplIjowLCJGb3JlZ3JvdW5kIjp7IiRyZWYiOiI4MyJ9LCJNYXhXaWR0aCI6MjAwLjAsIk1heEhlaWdodCI6IkluZmluaXR5IiwiU21hcnRGb3JlZ3JvdW5kSXNBY3RpdmUiOmZhbHNlLCJIb3Jpem9udGFsQWxpZ25tZW50IjowLCJWZXJ0aWNhbEFsaWdubWVudCI6MCwiU21hcnRGb3JlZ3JvdW5kIjpudWxsLCJNYXJnaW4iOnsiJHJlZiI6Ijg1In0sIlBhZGRpbmciOnsiJHJlZiI6Ijg2In0sIkJhY2tncm91bmQiOnsiJHJlZiI6Ijg3In0sIklzVmlzaWJsZSI6dHJ1ZSwiV2lkdGgiOjAuMCwiSGVpZ2h0IjowLjAsIkJvcmRlclN0eWxlIjp7IiRpZCI6IjM3NyIsIkxpbmVDb2xvciI6bnVsbCwiTGluZVdlaWdodCI6MC4wLCJMaW5lVHlwZSI6MCwiUGFyZW50U3R5bGUiOm51bGx9LCJQYXJlbnRTdHlsZSI6eyIkcmVmIjoiODEifX0sIkR1cmF0aW9uU3R5bGUiOnsiJGlkIjoiMzc4IiwiRm9udFNldHRpbmdzIjp7IiRyZWYiOiI4OSJ9LCJBdXRvU2l6ZSI6MCwiRm9yZWdyb3VuZCI6eyIkaWQiOiIzNzkiLCJDb2xvciI6eyIkaWQiOiIzODAiLCJBIjoyNTUsIlIiOjI1NSwiRyI6MjU1LCJCIjoyNTV9fSwiTWF4V2lkdGgiOjIwMC4wLCJNYXhIZWlnaHQiOiJJbmZpbml0eSIsIlNtYXJ0Rm9yZWdyb3VuZElzQWN0aXZlIjp0cnVlLCJIb3Jpem9udGFsQWxpZ25tZW50IjowLCJWZXJ0aWNhbEFsaWdubWVudCI6MCwiU21hcnRGb3JlZ3JvdW5kIjp7IiRpZCI6IjM4MSIsIkNvbG9yIjp7IiRyZWYiOiIzODAifX0sIk1hcmdpbiI6eyIkcmVmIjoiOTIifSwiUGFkZGluZyI6eyIkcmVmIjoiOTMifSwiQmFja2dyb3VuZCI6eyIkcmVmIjoiOTQifSwiSXNWaXNpYmxlIjp0cnVlLCJXaWR0aCI6MC4wLCJIZWlnaHQiOjAuMCwiQm9yZGVyU3R5bGUiOnsiJGlkIjoiMzgyIiwiTGluZUNvbG9yIjpudWxsLCJMaW5lV2VpZ2h0IjowLjAsIkxpbmVUeXBlIjowLCJQYXJlbnRTdHlsZSI6bnVsbH0sIlBhcmVudFN0eWxlIjp7IiRyZWYiOiI4OCJ9fSwiSG9yaXpvbnRhbENvbm5lY3RvclN0eWxlIjp7IiRpZCI6IjM4MyIsIkxpbmVDb2xvciI6eyIkaWQiOiIzODQiLCIkdHlwZSI6Ik5MUkUuQ29tbW9uLkRvbS5Tb2xpZENvbG9yQnJ1c2gsIE5MUkUuQ29tbW9uIiwiQ29sb3IiOnsiJGlkIjoiMzg1IiwiQSI6MjU1LCJSIjoyMzEsIkciOjIzMCwiQiI6MjMwfX0sIkxpbmVXZWlnaHQiOjEuMCwiTGluZVR5cGUiOjAsIlBhcmVudFN0eWxlIjp7IiRyZWYiOiI5NSJ9fSwiVmVydGljYWxDb25uZWN0b3JTdHlsZSI6eyIkaWQiOiIzODYiLCJMaW5lQ29sb3IiOnsiJHJlZiI6Ijk5In0sIkxpbmVXZWlnaHQiOjAuMCwiTGluZVR5cGUiOjAsIlBhcmVudFN0eWxlIjp7IiRyZWYiOiI5OCJ9fSwiTWFyZ2luIjpudWxsLCJTdGFydERhdGVQb3NpdGlvbiI6NiwiRW5kRGF0ZVBvc2l0aW9uIjo2LCJUaXRsZVBvc2l0aW9uIjo1LCJEdXJhdGlvblBvc2l0aW9uIjoyLCJQZXJjZW50YWdlQ29tcGxldGVkUG9zaXRpb24iOjYsIlNwYWNpbmciOjIsIklzQmVsb3dUaW1lYmFuZCI6dHJ1ZSwiUGVyY2VudGFnZUNvbXBsZXRlU2hhcGVPcGFjaXR5IjozNSwiU2hhcGVTdHlsZSI6eyIkaWQiOiIzODciLCJNYXJnaW4iOnsiJHJlZiI6IjEwMiJ9LCJQYWRkaW5nIjp7IiRpZCI6IjM4OCIsIlRvcCI6MCwiTGVmdCI6MTAsIlJpZ2h0IjoxMCwiQm90dG9tIjowfSwiQmFja2dyb3VuZCI6eyIkaWQiOiIzODkiLCJDb2xvciI6eyIkaWQiOiIzOTAiLCJBIjoyNTUsIlIiOjM4LCJHIjoxMzEsIkIiOjE5OH19LCJJc1Zpc2libGUiOnRydWUsIldpZHRoIjowLjAsIkhlaWdodCI6MTAuMCwiQm9yZGVyU3R5bGUiOnsiJGlkIjoiMzkxIiwiTGluZUNvbG9yIjp7IiRpZCI6IjM5MiIsIiR0eXBlIjoiTkxSRS5Db21tb24uRG9tLlNvbGlkQ29sb3JCcnVzaCwgTkxSRS5Db21tb24iLCJDb2xvciI6eyIkaWQiOiIzOTMiLCJBIjoyNTUsIlIiOjI1NSwiRyI6MCwiQiI6MH19LCJMaW5lV2VpZ2h0IjowLjAsIkxpbmVUeXBlIjowLCJQYXJlbnRTdHlsZSI6bnVsbH0sIlBhcmVudFN0eWxlIjp7IiRyZWYiOiIxMDEifX0sIlRpdGxlU3R5bGUiOnsiJGlkIjoiMzk0IiwiRm9udFNldHRpbmdzIjp7IiRpZCI6IjM5NSIsIkZvbnRTaXplIjoxMSwiRm9udE5hbWUiOiJDYWxpYnJpIiwiSXNCb2xkIjpmYWxzZSwiSXNJdGFsaWMiOmZhbHNlLCJJc1VuZGVybGluZWQiOmZhbHNlLCJQYXJlbnRTdHlsZSI6bnVsbH0sIkF1dG9TaXplIjowLCJGb3JlZ3JvdW5kIjp7IiRpZCI6IjM5NiIsIkNvbG9yIjp7IiRpZCI6IjM5NyIsIkEiOjI1NSwiUiI6MCwiRyI6MTEyLCJCIjoxOTJ9fSwiTWF4V2lkdGgiOjIwMC4wLCJNYXhIZWlnaHQiOiJJbmZpbml0eSIsIlNtYXJ0Rm9yZWdyb3VuZElzQWN0aXZlIjpmYWxzZSwiSG9yaXpvbnRhbEFsaWdubWVudCI6MCwiVmVydGljYWxBbGlnbm1lbnQiOjAsIlNtYXJ0Rm9yZWdyb3VuZCI6bnVsbCwiTWFyZ2luIjp7IiRyZWYiOiIxMTEifSwiUGFkZGluZyI6eyIkcmVmIjoiMTEyIn0sIkJhY2tncm91bmQiOnsiJHJlZiI6IjExMyJ9LCJJc1Zpc2libGUiOnRydWUsIldpZHRoIjowLjAsIkhlaWdodCI6MC4wLCJCb3JkZXJTdHlsZSI6eyIkaWQiOiIzOTgiLCJMaW5lQ29sb3IiOm51bGwsIkxpbmVXZWlnaHQiOjAuMCwiTGluZVR5cGUiOjAsIlBhcmVudFN0eWxlIjpudWxsfSwiUGFyZW50U3R5bGUiOnsiJHJlZiI6IjEwNyJ9fSwiRGF0ZVN0eWxlIjp7IiRpZCI6IjM5OSIsIkZvbnRTZXR0aW5ncyI6eyIkaWQiOiI0MDAiLCJGb250U2l6ZSI6MTAsIkZvbnROYW1lIjoiQ2FsaWJyaSIsIklzQm9sZCI6ZmFsc2UsIklzSXRhbGljIjpmYWxzZSwiSXNVbmRlcmxpbmVkIjpmYWxzZSwiUGFyZW50U3R5bGUiOm51bGx9LCJBdXRvU2l6ZSI6MCwiRm9yZWdyb3VuZCI6eyIkaWQiOiI0MDEiLCJDb2xvciI6eyIkaWQiOiI0MDIiLCJBIjoyNTUsIlIiOjY4LCJHIjo4NCwiQiI6MTA2fX0sIk1heFdpZHRoIjoyMDAuMCwiTWF4SGVpZ2h0IjoiSW5maW5pdHkiLCJTbWFydEZvcmVncm91bmRJc0FjdGl2ZSI6ZmFsc2UsIkhvcml6b250YWxBbGlnbm1lbnQiOjAsIlZlcnRpY2FsQWxpZ25tZW50IjowLCJTbWFydEZvcmVncm91bmQiOm51bGwsIk1hcmdpbiI6eyIkcmVmIjoiMTE4In0sIlBhZGRpbmciOnsiJHJlZiI6IjExOSJ9LCJCYWNrZ3JvdW5kIjp7IiRyZWYiOiIxMjAifSwiSXNWaXNpYmxlIjpmYWxzZSwiV2lkdGgiOjAuMCwiSGVpZ2h0IjowLjAsIkJvcmRlclN0eWxlIjp7IiRpZCI6IjQwMyIsIkxpbmVDb2xvciI6bnVsbCwiTGluZVdlaWdodCI6MC4wLCJMaW5lVHlwZSI6MCwiUGFyZW50U3R5bGUiOm51bGx9LCJQYXJlbnRTdHlsZSI6eyIkcmVmIjoiMTE0In19LCJEYXRlRm9ybWF0Ijp7IiRpZCI6IjQwNCIsIkZvcm1hdFN0cmluZyI6Ik0vZCIsIlNlcGFyYXRvciI6Ii8iLCJVc2VJbnRlcm5hdGlvbmFsRGF0ZUZvcm1hdCI6ZmFsc2V9LCJJc1Zpc2libGUiOnRydWUsIlBhcmVudFN0eWxlIjp7IiRyZWYiOiI4MCJ9fSwiSW5kZXgiOjcsIklkIjoiYjBjZTM0NWYtNWUyZS00MjJmLTkxNTQtYjM1ZDRjMWQ2MWQxIiwiSW1wb3J0SWQiOm51bGwsIlRpdGxlIjoiU3ViLXRhc2sgMSIsIk5vdGUiOm51bGwsIkh5cGVybGluayI6bnVsbCwiSXNDaGFuZ2VkIjpmYWxzZSwiSXNOZXciOnRydWV9LHsiJGlkIjoiNDA1IiwiR3JvdXBOYW1lIjpudWxsLCJTdGFydERhdGUiOiIyMDE3LTA5LTI0VDAwOjAwOjAwWiIsIkVuZERhdGUiOiIyMDE3LTA5LTI2VDIzOjU5OjU5Ljk5OVoiLCJQZXJjZW50YWdlQ29tcGxldGUiOm51bGwsIlN0eWxlIjp7IiRpZCI6IjQwNiIsIlNoYXBlIjozLCJTaGFwZVRoaWNrbmVzcyI6MCwiRHVyYXRpb25Gb3JtYXQiOjAsIkluY2x1ZGVOb25Xb3JraW5nRGF5c0luRHVyYXRpb24iOmZhbHNlLCJQZXJjZW50YWdlQ29tcGxldGVTdHlsZSI6eyIkaWQiOiI0MDciLCJGb250U2V0dGluZ3MiOnsiJHJlZiI6IjgyIn0sIkF1dG9TaXplIjowLCJGb3JlZ3JvdW5kIjp7IiRyZWYiOiI4MyJ9LCJNYXhXaWR0aCI6MjAwLjAsIk1heEhlaWdodCI6IkluZmluaXR5IiwiU21hcnRGb3JlZ3JvdW5kSXNBY3RpdmUiOmZhbHNlLCJIb3Jpem9udGFsQWxpZ25tZW50IjowLCJWZXJ0aWNhbEFsaWdubWVudCI6MCwiU21hcnRGb3JlZ3JvdW5kIjpudWxsLCJNYXJnaW4iOnsiJHJlZiI6Ijg1In0sIlBhZGRpbmciOnsiJHJlZiI6Ijg2In0sIkJhY2tncm91bmQiOnsiJHJlZiI6Ijg3In0sIklzVmlzaWJsZSI6dHJ1ZSwiV2lkdGgiOjAuMCwiSGVpZ2h0IjowLjAsIkJvcmRlclN0eWxlIjp7IiRpZCI6IjQwOCIsIkxpbmVDb2xvciI6bnVsbCwiTGluZVdlaWdodCI6MC4wLCJMaW5lVHlwZSI6MCwiUGFyZW50U3R5bGUiOm51bGx9LCJQYXJlbnRTdHlsZSI6eyIkcmVmIjoiODEifX0sIkR1cmF0aW9uU3R5bGUiOnsiJGlkIjoiNDA5IiwiRm9udFNldHRpbmdzIjp7IiRyZWYiOiI4OSJ9LCJBdXRvU2l6ZSI6MCwiRm9yZWdyb3VuZCI6eyIkaWQiOiI0MTAiLCJDb2xvciI6eyIkaWQiOiI0MTEiLCJBIjoyNTUsIlIiOjI1NSwiRyI6MjU1LCJCIjoyNTV9fSwiTWF4V2lkdGgiOjIwMC4wLCJNYXhIZWlnaHQiOiJJbmZpbml0eSIsIlNtYXJ0Rm9yZWdyb3VuZElzQWN0aXZlIjp0cnVlLCJIb3Jpem9udGFsQWxpZ25tZW50IjowLCJWZXJ0aWNhbEFsaWdubWVudCI6MCwiU21hcnRGb3JlZ3JvdW5kIjp7IiRpZCI6IjQxMiIsIkNvbG9yIjp7IiRyZWYiOiI0MTEifX0sIk1hcmdpbiI6eyIkcmVmIjoiOTIifSwiUGFkZGluZyI6eyIkcmVmIjoiOTMifSwiQmFja2dyb3VuZCI6eyIkcmVmIjoiOTQifSwiSXNWaXNpYmxlIjp0cnVlLCJXaWR0aCI6MC4wLCJIZWlnaHQiOjAuMCwiQm9yZGVyU3R5bGUiOnsiJGlkIjoiNDEzIiwiTGluZUNvbG9yIjpudWxsLCJMaW5lV2VpZ2h0IjowLjAsIkxpbmVUeXBlIjowLCJQYXJlbnRTdHlsZSI6bnVsbH0sIlBhcmVudFN0eWxlIjp7IiRyZWYiOiI4OCJ9fSwiSG9yaXpvbnRhbENvbm5lY3RvclN0eWxlIjp7IiRpZCI6IjQxNCIsIkxpbmVDb2xvciI6eyIkaWQiOiI0MTUiLCIkdHlwZSI6Ik5MUkUuQ29tbW9uLkRvbS5Tb2xpZENvbG9yQnJ1c2gsIE5MUkUuQ29tbW9uIiwiQ29sb3IiOnsiJGlkIjoiNDE2IiwiQSI6MjU1LCJSIjoyMzEsIkciOjIzMCwiQiI6MjMwfX0sIkxpbmVXZWlnaHQiOjEuMCwiTGluZVR5cGUiOjAsIlBhcmVudFN0eWxlIjp7IiRyZWYiOiI5NSJ9fSwiVmVydGljYWxDb25uZWN0b3JTdHlsZSI6eyIkaWQiOiI0MTciLCJMaW5lQ29sb3IiOnsiJHJlZiI6Ijk5In0sIkxpbmVXZWlnaHQiOjAuMCwiTGluZVR5cGUiOjAsIlBhcmVudFN0eWxlIjp7IiRyZWYiOiI5OCJ9fSwiTWFyZ2luIjpudWxsLCJTdGFydERhdGVQb3NpdGlvbiI6NiwiRW5kRGF0ZVBvc2l0aW9uIjo2LCJUaXRsZVBvc2l0aW9uIjo1LCJEdXJhdGlvblBvc2l0aW9uIjoyLCJQZXJjZW50YWdlQ29tcGxldGVkUG9zaXRpb24iOjYsIlNwYWNpbmciOjIsIklzQmVsb3dUaW1lYmFuZCI6dHJ1ZSwiUGVyY2VudGFnZUNvbXBsZXRlU2hhcGVPcGFjaXR5IjozNSwiU2hhcGVTdHlsZSI6eyIkaWQiOiI0MTgiLCJNYXJnaW4iOnsiJHJlZiI6IjEwMiJ9LCJQYWRkaW5nIjp7IiRpZCI6IjQxOSIsIlRvcCI6MCwiTGVmdCI6MCwiUmlnaHQiOjEwLCJCb3R0b20iOjB9LCJCYWNrZ3JvdW5kIjp7IiRpZCI6IjQyMCIsIkNvbG9yIjp7IiRpZCI6IjQyMSIsIkEiOjI1NSwiUiI6MzgsIkciOjEzMSwiQiI6MTk4fX0sIklzVmlzaWJsZSI6dHJ1ZSwiV2lkdGgiOjAuMCwiSGVpZ2h0IjoxMC4wLCJCb3JkZXJTdHlsZSI6eyIkaWQiOiI0MjIiLCJMaW5lQ29sb3IiOnsiJGlkIjoiNDIzIiwiJHR5cGUiOiJOTFJFLkNvbW1vbi5Eb20uU29saWRDb2xvckJydXNoLCBOTFJFLkNvbW1vbiIsIkNvbG9yIjp7IiRpZCI6IjQyNCIsIkEiOjI1NSwiUiI6MjU1LCJHIjowLCJCIjowfX0sIkxpbmVXZWlnaHQiOjAuMCwiTGluZVR5cGUiOjAsIlBhcmVudFN0eWxlIjpudWxsfSwiUGFyZW50U3R5bGUiOnsiJHJlZiI6IjEwMSJ9fSwiVGl0bGVTdHlsZSI6eyIkaWQiOiI0MjUiLCJGb250U2V0dGluZ3MiOnsiJGlkIjoiNDI2IiwiRm9udFNpemUiOjExLCJGb250TmFtZSI6IkNhbGlicmkiLCJJc0JvbGQiOmZhbHNlLCJJc0l0YWxpYyI6ZmFsc2UsIklzVW5kZXJsaW5lZCI6ZmFsc2UsIlBhcmVudFN0eWxlIjpudWxsfSwiQXV0b1NpemUiOjAsIkZvcmVncm91bmQiOnsiJGlkIjoiNDI3IiwiQ29sb3IiOnsiJGlkIjoiNDI4IiwiQSI6MjU1LCJSIjowLCJHIjoxMTIsIkIiOjE5Mn19LCJNYXhXaWR0aCI6MjAwLjAsIk1heEhlaWdodCI6IkluZmluaXR5IiwiU21hcnRGb3JlZ3JvdW5kSXNBY3RpdmUiOmZhbHNlLCJIb3Jpem9udGFsQWxpZ25tZW50IjowLCJWZXJ0aWNhbEFsaWdubWVudCI6MCwiU21hcnRGb3JlZ3JvdW5kIjpudWxsLCJNYXJnaW4iOnsiJHJlZiI6IjExMSJ9LCJQYWRkaW5nIjp7IiRyZWYiOiIxMTIifSwiQmFja2dyb3VuZCI6eyIkcmVmIjoiMTEzIn0sIklzVmlzaWJsZSI6dHJ1ZSwiV2lkdGgiOjAuMCwiSGVpZ2h0IjowLjAsIkJvcmRlclN0eWxlIjp7IiRpZCI6IjQyOSIsIkxpbmVDb2xvciI6bnVsbCwiTGluZVdlaWdodCI6MC4wLCJMaW5lVHlwZSI6MCwiUGFyZW50U3R5bGUiOm51bGx9LCJQYXJlbnRTdHlsZSI6eyIkcmVmIjoiMTA3In19LCJEYXRlU3R5bGUiOnsiJGlkIjoiNDMwIiwiRm9udFNldHRpbmdzIjp7IiRpZCI6IjQzMSIsIkZvbnRTaXplIjoxMCwiRm9udE5hbWUiOiJDYWxpYnJpIiwiSXNCb2xkIjpmYWxzZSwiSXNJdGFsaWMiOmZhbHNlLCJJc1VuZGVybGluZWQiOmZhbHNlLCJQYXJlbnRTdHlsZSI6bnVsbH0sIkF1dG9TaXplIjowLCJGb3JlZ3JvdW5kIjp7IiRpZCI6IjQzMiIsIkNvbG9yIjp7IiRpZCI6IjQzMyIsIkEiOjI1NSwiUiI6NjgsIkciOjg0LCJCIjoxMDZ9fSwiTWF4V2lkdGgiOjIwMC4wLCJNYXhIZWlnaHQiOiJJbmZpbml0eSIsIlNtYXJ0Rm9yZWdyb3VuZElzQWN0aXZlIjpmYWxzZSwiSG9yaXpvbnRhbEFsaWdubWVudCI6MCwiVmVydGljYWxBbGlnbm1lbnQiOjAsIlNtYXJ0Rm9yZWdyb3VuZCI6bnVsbCwiTWFyZ2luIjp7IiRyZWYiOiIxMTgifSwiUGFkZGluZyI6eyIkcmVmIjoiMTE5In0sIkJhY2tncm91bmQiOnsiJHJlZiI6IjEyMCJ9LCJJc1Zpc2libGUiOmZhbHNlLCJXaWR0aCI6MC4wLCJIZWlnaHQiOjAuMCwiQm9yZGVyU3R5bGUiOnsiJGlkIjoiNDM0IiwiTGluZUNvbG9yIjpudWxsLCJMaW5lV2VpZ2h0IjowLjAsIkxpbmVUeXBlIjowLCJQYXJlbnRTdHlsZSI6bnVsbH0sIlBhcmVudFN0eWxlIjp7IiRyZWYiOiIxMTQifX0sIkRhdGVGb3JtYXQiOnsiJGlkIjoiNDM1IiwiRm9ybWF0U3RyaW5nIjoiTS9kIiwiU2VwYXJhdG9yIjoiLyIsIlVzZUludGVybmF0aW9uYWxEYXRlRm9ybWF0IjpmYWxzZX0sIklzVmlzaWJsZSI6dHJ1ZSwiUGFyZW50U3R5bGUiOnsiJHJlZiI6IjgwIn19LCJJbmRleCI6OCwiSWQiOiJkNDgwNjAwZC1lZDQwLTQyYzQtOGVlNS1lODBlNWI3MWEzMzYiLCJJbXBvcnRJZCI6bnVsbCwiVGl0bGUiOiJTdWItdGFzayAyIiwiTm90ZSI6bnVsbCwiSHlwZXJsaW5rIjpudWxsLCJJc0NoYW5nZWQiOmZhbHNlLCJJc05ldyI6dHJ1ZX0seyIkaWQiOiI0MzYiLCJHcm91cE5hbWUiOm51bGwsIlN0YXJ0RGF0ZSI6IjIwMTctMDktMjdUMDA6MDA6MDBaIiwiRW5kRGF0ZSI6IjIwMTctMTAtMDNUMjM6NTk6NTkuOTk5WiIsIlBlcmNlbnRhZ2VDb21wbGV0ZSI6bnVsbCwiU3R5bGUiOnsiJGlkIjoiNDM3IiwiU2hhcGUiOjQsIlNoYXBlVGhpY2tuZXNzIjowLCJEdXJhdGlvbkZvcm1hdCI6MCwiSW5jbHVkZU5vbldvcmtpbmdEYXlzSW5EdXJhdGlvbiI6ZmFsc2UsIlBlcmNlbnRhZ2VDb21wbGV0ZVN0eWxlIjp7IiRpZCI6IjQzOCIsIkZvbnRTZXR0aW5ncyI6eyIkcmVmIjoiODIifSwiQXV0b1NpemUiOjAsIkZvcmVncm91bmQiOnsiJHJlZiI6IjgzIn0sIk1heFdpZHRoIjoyMDAuMCwiTWF4SGVpZ2h0IjoiSW5maW5pdHkiLCJTbWFydEZvcmVncm91bmRJc0FjdGl2ZSI6ZmFsc2UsIkhvcml6b250YWxBbGlnbm1lbnQiOjAsIlZlcnRpY2FsQWxpZ25tZW50IjowLCJTbWFydEZvcmVncm91bmQiOm51bGwsIk1hcmdpbiI6eyIkcmVmIjoiODUifSwiUGFkZGluZyI6eyIkcmVmIjoiODYifSwiQmFja2dyb3VuZCI6eyIkcmVmIjoiODcifSwiSXNWaXNpYmxlIjp0cnVlLCJXaWR0aCI6MC4wLCJIZWlnaHQiOjAuMCwiQm9yZGVyU3R5bGUiOnsiJGlkIjoiNDM5IiwiTGluZUNvbG9yIjpudWxsLCJMaW5lV2VpZ2h0IjowLjAsIkxpbmVUeXBlIjowLCJQYXJlbnRTdHlsZSI6bnVsbH0sIlBhcmVudFN0eWxlIjp7IiRyZWYiOiI4MSJ9fSwiRHVyYXRpb25TdHlsZSI6eyIkaWQiOiI0NDAiLCJGb250U2V0dGluZ3MiOnsiJHJlZiI6Ijg5In0sIkF1dG9TaXplIjowLCJGb3JlZ3JvdW5kIjp7IiRpZCI6IjQ0MSIsIkNvbG9yIjp7IiRpZCI6IjQ0MiIsIkEiOjI1NSwiUiI6MjU1LCJHIjoyNTUsIkIiOjI1NX19LCJNYXhXaWR0aCI6MjAwLjAsIk1heEhlaWdodCI6IkluZmluaXR5IiwiU21hcnRGb3JlZ3JvdW5kSXNBY3RpdmUiOnRydWUsIkhvcml6b250YWxBbGlnbm1lbnQiOjAsIlZlcnRpY2FsQWxpZ25tZW50IjowLCJTbWFydEZvcmVncm91bmQiOnsiJGlkIjoiNDQzIiwiQ29sb3IiOnsiJHJlZiI6IjQ0MiJ9fSwiTWFyZ2luIjp7IiRyZWYiOiI5MiJ9LCJQYWRkaW5nIjp7IiRyZWYiOiI5MyJ9LCJCYWNrZ3JvdW5kIjp7IiRyZWYiOiI5NCJ9LCJJc1Zpc2libGUiOnRydWUsIldpZHRoIjowLjAsIkhlaWdodCI6MC4wLCJCb3JkZXJTdHlsZSI6eyIkaWQiOiI0NDQiLCJMaW5lQ29sb3IiOm51bGwsIkxpbmVXZWlnaHQiOjAuMCwiTGluZVR5cGUiOjAsIlBhcmVudFN0eWxlIjpudWxsfSwiUGFyZW50U3R5bGUiOnsiJHJlZiI6Ijg4In19LCJIb3Jpem9udGFsQ29ubmVjdG9yU3R5bGUiOnsiJGlkIjoiNDQ1IiwiTGluZUNvbG9yIjp7IiRpZCI6IjQ0NiIsIiR0eXBlIjoiTkxSRS5Db21tb24uRG9tLlNvbGlkQ29sb3JCcnVzaCwgTkxSRS5Db21tb24iLCJDb2xvciI6eyIkaWQiOiI0NDciLCJBIjoyNTUsIlIiOjIzMSwiRyI6MjMwLCJCIjoyMzB9fSwiTGluZVdlaWdodCI6MS4wLCJMaW5lVHlwZSI6MCwiUGFyZW50U3R5bGUiOnsiJHJlZiI6Ijk1In19LCJWZXJ0aWNhbENvbm5lY3RvclN0eWxlIjp7IiRpZCI6IjQ0OCIsIkxpbmVDb2xvciI6eyIkcmVmIjoiOTkifSwiTGluZVdlaWdodCI6MC4wLCJMaW5lVHlwZSI6MCwiUGFyZW50U3R5bGUiOnsiJHJlZiI6Ijk4In19LCJNYXJnaW4iOm51bGwsIlN0YXJ0RGF0ZVBvc2l0aW9uIjo2LCJFbmREYXRlUG9zaXRpb24iOjYsIlRpdGxlUG9zaXRpb24iOjUsIkR1cmF0aW9uUG9zaXRpb24iOjIsIlBlcmNlbnRhZ2VDb21wbGV0ZWRQb3NpdGlvbiI6NiwiU3BhY2luZyI6MiwiSXNCZWxvd1RpbWViYW5kIjp0cnVlLCJQZXJjZW50YWdlQ29tcGxldGVTaGFwZU9wYWNpdHkiOjM1LCJTaGFwZVN0eWxlIjp7IiRpZCI6IjQ0OSIsIk1hcmdpbiI6eyIkcmVmIjoiMTAyIn0sIlBhZGRpbmciOnsiJGlkIjoiNDUwIiwiVG9wIjowLCJMZWZ0IjoxMCwiUmlnaHQiOjEwLCJCb3R0b20iOjB9LCJCYWNrZ3JvdW5kIjp7IiRpZCI6IjQ1MSIsIkNvbG9yIjp7IiRpZCI6IjQ1MiIsIkEiOjI1NSwiUiI6MzgsIkciOjEzMSwiQiI6MTk4fX0sIklzVmlzaWJsZSI6dHJ1ZSwiV2lkdGgiOjAuMCwiSGVpZ2h0IjoxMC4wLCJCb3JkZXJTdHlsZSI6eyIkaWQiOiI0NTMiLCJMaW5lQ29sb3IiOnsiJGlkIjoiNDU0IiwiJHR5cGUiOiJOTFJFLkNvbW1vbi5Eb20uU29saWRDb2xvckJydXNoLCBOTFJFLkNvbW1vbiIsIkNvbG9yIjp7IiRpZCI6IjQ1NSIsIkEiOjI1NSwiUiI6MjU1LCJHIjowLCJCIjowfX0sIkxpbmVXZWlnaHQiOjAuMCwiTGluZVR5cGUiOjAsIlBhcmVudFN0eWxlIjpudWxsfSwiUGFyZW50U3R5bGUiOnsiJHJlZiI6IjEwMSJ9fSwiVGl0bGVTdHlsZSI6eyIkaWQiOiI0NTYiLCJGb250U2V0dGluZ3MiOnsiJGlkIjoiNDU3IiwiRm9udFNpemUiOjExLCJGb250TmFtZSI6IkNhbGlicmkiLCJJc0JvbGQiOmZhbHNlLCJJc0l0YWxpYyI6ZmFsc2UsIklzVW5kZXJsaW5lZCI6ZmFsc2UsIlBhcmVudFN0eWxlIjpudWxsfSwiQXV0b1NpemUiOjAsIkZvcmVncm91bmQiOnsiJGlkIjoiNDU4IiwiQ29sb3IiOnsiJGlkIjoiNDU5IiwiQSI6MjU1LCJSIjowLCJHIjoxMTIsIkIiOjE5Mn19LCJNYXhXaWR0aCI6MjAwLjAsIk1heEhlaWdodCI6IkluZmluaXR5IiwiU21hcnRGb3JlZ3JvdW5kSXNBY3RpdmUiOmZhbHNlLCJIb3Jpem9udGFsQWxpZ25tZW50IjowLCJWZXJ0aWNhbEFsaWdubWVudCI6MCwiU21hcnRGb3JlZ3JvdW5kIjpudWxsLCJNYXJnaW4iOnsiJHJlZiI6IjExMSJ9LCJQYWRkaW5nIjp7IiRyZWYiOiIxMTIifSwiQmFja2dyb3VuZCI6eyIkcmVmIjoiMTEzIn0sIklzVmlzaWJsZSI6dHJ1ZSwiV2lkdGgiOjAuMCwiSGVpZ2h0IjowLjAsIkJvcmRlclN0eWxlIjp7IiRpZCI6IjQ2MCIsIkxpbmVDb2xvciI6bnVsbCwiTGluZVdlaWdodCI6MC4wLCJMaW5lVHlwZSI6MCwiUGFyZW50U3R5bGUiOm51bGx9LCJQYXJlbnRTdHlsZSI6eyIkcmVmIjoiMTA3In19LCJEYXRlU3R5bGUiOnsiJGlkIjoiNDYxIiwiRm9udFNldHRpbmdzIjp7IiRpZCI6IjQ2MiIsIkZvbnRTaXplIjoxMCwiRm9udE5hbWUiOiJDYWxpYnJpIiwiSXNCb2xkIjpmYWxzZSwiSXNJdGFsaWMiOmZhbHNlLCJJc1VuZGVybGluZWQiOmZhbHNlLCJQYXJlbnRTdHlsZSI6bnVsbH0sIkF1dG9TaXplIjowLCJGb3JlZ3JvdW5kIjp7IiRpZCI6IjQ2MyIsIkNvbG9yIjp7IiRpZCI6IjQ2NCIsIkEiOjI1NSwiUiI6NjgsIkciOjg0LCJCIjoxMDZ9fSwiTWF4V2lkdGgiOjIwMC4wLCJNYXhIZWlnaHQiOiJJbmZpbml0eSIsIlNtYXJ0Rm9yZWdyb3VuZElzQWN0aXZlIjpmYWxzZSwiSG9yaXpvbnRhbEFsaWdubWVudCI6MCwiVmVydGljYWxBbGlnbm1lbnQiOjAsIlNtYXJ0Rm9yZWdyb3VuZCI6bnVsbCwiTWFyZ2luIjp7IiRyZWYiOiIxMTgifSwiUGFkZGluZyI6eyIkcmVmIjoiMTE5In0sIkJhY2tncm91bmQiOnsiJHJlZiI6IjEyMCJ9LCJJc1Zpc2libGUiOmZhbHNlLCJXaWR0aCI6MC4wLCJIZWlnaHQiOjAuMCwiQm9yZGVyU3R5bGUiOnsiJGlkIjoiNDY1IiwiTGluZUNvbG9yIjpudWxsLCJMaW5lV2VpZ2h0IjowLjAsIkxpbmVUeXBlIjowLCJQYXJlbnRTdHlsZSI6bnVsbH0sIlBhcmVudFN0eWxlIjp7IiRyZWYiOiIxMTQifX0sIkRhdGVGb3JtYXQiOnsiJGlkIjoiNDY2IiwiRm9ybWF0U3RyaW5nIjoiTS9kIiwiU2VwYXJhdG9yIjoiLyIsIlVzZUludGVybmF0aW9uYWxEYXRlRm9ybWF0IjpmYWxzZX0sIklzVmlzaWJsZSI6dHJ1ZSwiUGFyZW50U3R5bGUiOnsiJHJlZiI6IjgwIn19LCJJbmRleCI6OSwiSWQiOiIyZjhmYTQwNy0zODQ1LTQ5N2MtOTg1OS02MTg3OWZlMDJiZDkiLCJJbXBvcnRJZCI6bnVsbCwiVGl0bGUiOiJTdWItdGFzayAzIiwiTm90ZSI6bnVsbCwiSHlwZXJsaW5rIjpudWxsLCJJc0NoYW5nZWQiOmZhbHNlLCJJc05ldyI6dHJ1ZX0seyIkaWQiOiI0NjciLCJHcm91cE5hbWUiOm51bGwsIlN0YXJ0RGF0ZSI6IjIwMTctMDktMjdUMDA6MDA6MDBaIiwiRW5kRGF0ZSI6IjIwMTctMTAtMDJUMjM6NTk6NTkuOTk5WiIsIlBlcmNlbnRhZ2VDb21wbGV0ZSI6bnVsbCwiU3R5bGUiOnsiJGlkIjoiNDY4IiwiU2hhcGUiOjMsIlNoYXBlVGhpY2tuZXNzIjowLCJEdXJhdGlvbkZvcm1hdCI6MCwiSW5jbHVkZU5vbldvcmtpbmdEYXlzSW5EdXJhdGlvbiI6ZmFsc2UsIlBlcmNlbnRhZ2VDb21wbGV0ZVN0eWxlIjp7IiRpZCI6IjQ2OSIsIkZvbnRTZXR0aW5ncyI6eyIkcmVmIjoiODIifSwiQXV0b1NpemUiOjAsIkZvcmVncm91bmQiOnsiJHJlZiI6IjgzIn0sIk1heFdpZHRoIjoyMDAuMCwiTWF4SGVpZ2h0IjoiSW5maW5pdHkiLCJTbWFydEZvcmVncm91bmRJc0FjdGl2ZSI6ZmFsc2UsIkhvcml6b250YWxBbGlnbm1lbnQiOjAsIlZlcnRpY2FsQWxpZ25tZW50IjowLCJTbWFydEZvcmVncm91bmQiOm51bGwsIk1hcmdpbiI6eyIkcmVmIjoiODUifSwiUGFkZGluZyI6eyIkcmVmIjoiODYifSwiQmFja2dyb3VuZCI6eyIkcmVmIjoiODcifSwiSXNWaXNpYmxlIjp0cnVlLCJXaWR0aCI6MC4wLCJIZWlnaHQiOjAuMCwiQm9yZGVyU3R5bGUiOnsiJGlkIjoiNDcwIiwiTGluZUNvbG9yIjpudWxsLCJMaW5lV2VpZ2h0IjowLjAsIkxpbmVUeXBlIjowLCJQYXJlbnRTdHlsZSI6bnVsbH0sIlBhcmVudFN0eWxlIjp7IiRyZWYiOiI4MSJ9fSwiRHVyYXRpb25TdHlsZSI6eyIkaWQiOiI0NzEiLCJGb250U2V0dGluZ3MiOnsiJHJlZiI6Ijg5In0sIkF1dG9TaXplIjowLCJGb3JlZ3JvdW5kIjp7IiRpZCI6IjQ3MiIsIkNvbG9yIjp7IiRpZCI6IjQ3MyIsIkEiOjI1NSwiUiI6MjU1LCJHIjoyNTUsIkIiOjI1NX19LCJNYXhXaWR0aCI6MjAwLjAsIk1heEhlaWdodCI6IkluZmluaXR5IiwiU21hcnRGb3JlZ3JvdW5kSXNBY3RpdmUiOmZhbHNlLCJIb3Jpem9udGFsQWxpZ25tZW50IjowLCJWZXJ0aWNhbEFsaWdubWVudCI6MCwiU21hcnRGb3JlZ3JvdW5kIjp7IiRpZCI6IjQ3NCIsIkNvbG9yIjp7IiRyZWYiOiI5MSJ9fSwiTWFyZ2luIjp7IiRyZWYiOiI5MiJ9LCJQYWRkaW5nIjp7IiRyZWYiOiI5MyJ9LCJCYWNrZ3JvdW5kIjp7IiRyZWYiOiI5NCJ9LCJJc1Zpc2libGUiOnRydWUsIldpZHRoIjowLjAsIkhlaWdodCI6MC4wLCJCb3JkZXJTdHlsZSI6eyIkaWQiOiI0NzUiLCJMaW5lQ29sb3IiOm51bGwsIkxpbmVXZWlnaHQiOjAuMCwiTGluZVR5cGUiOjAsIlBhcmVudFN0eWxlIjpudWxsfSwiUGFyZW50U3R5bGUiOnsiJHJlZiI6Ijg4In19LCJIb3Jpem9udGFsQ29ubmVjdG9yU3R5bGUiOnsiJGlkIjoiNDc2IiwiTGluZUNvbG9yIjp7IiRpZCI6IjQ3NyIsIiR0eXBlIjoiTkxSRS5Db21tb24uRG9tLlNvbGlkQ29sb3JCcnVzaCwgTkxSRS5Db21tb24iLCJDb2xvciI6eyIkaWQiOiI0NzgiLCJBIjoyNTUsIlIiOjIzMSwiRyI6MjMwLCJCIjoyMzB9fSwiTGluZVdlaWdodCI6MS4wLCJMaW5lVHlwZSI6MCwiUGFyZW50U3R5bGUiOnsiJHJlZiI6Ijk1In19LCJWZXJ0aWNhbENvbm5lY3RvclN0eWxlIjp7IiRpZCI6IjQ3OSIsIkxpbmVDb2xvciI6eyIkcmVmIjoiOTkifSwiTGluZVdlaWdodCI6MC4wLCJMaW5lVHlwZSI6MCwiUGFyZW50U3R5bGUiOnsiJHJlZiI6Ijk4In19LCJNYXJnaW4iOm51bGwsIlN0YXJ0RGF0ZVBvc2l0aW9uIjo2LCJFbmREYXRlUG9zaXRpb24iOjYsIlRpdGxlUG9zaXRpb24iOjUsIkR1cmF0aW9uUG9zaXRpb24iOjIsIlBlcmNlbnRhZ2VDb21wbGV0ZWRQb3NpdGlvbiI6NiwiU3BhY2luZyI6MiwiSXNCZWxvd1RpbWViYW5kIjp0cnVlLCJQZXJjZW50YWdlQ29tcGxldGVTaGFwZU9wYWNpdHkiOjM1LCJTaGFwZVN0eWxlIjp7IiRpZCI6IjQ4MCIsIk1hcmdpbiI6eyIkcmVmIjoiMTAyIn0sIlBhZGRpbmciOnsiJGlkIjoiNDgxIiwiVG9wIjowLCJMZWZ0IjowLCJSaWdodCI6MTAsIkJvdHRvbSI6MH0sIkJhY2tncm91bmQiOnsiJGlkIjoiNDgyIiwiQ29sb3IiOnsiJGlkIjoiNDgzIiwiQSI6MjU1LCJSIjozOCwiRyI6MTMxLCJCIjoxOTh9fSwiSXNWaXNpYmxlIjp0cnVlLCJXaWR0aCI6MC4wLCJIZWlnaHQiOjEwLjAsIkJvcmRlclN0eWxlIjp7IiRpZCI6IjQ4NCIsIkxpbmVDb2xvciI6eyIkaWQiOiI0ODUiLCIkdHlwZSI6Ik5MUkUuQ29tbW9uLkRvbS5Tb2xpZENvbG9yQnJ1c2gsIE5MUkUuQ29tbW9uIiwiQ29sb3IiOnsiJGlkIjoiNDg2IiwiQSI6MjU1LCJSIjoyNTUsIkciOjAsIkIiOjB9fSwiTGluZVdlaWdodCI6MC4wLCJMaW5lVHlwZSI6MCwiUGFyZW50U3R5bGUiOm51bGx9LCJQYXJlbnRTdHlsZSI6eyIkcmVmIjoiMTAxIn19LCJUaXRsZVN0eWxlIjp7IiRpZCI6IjQ4NyIsIkZvbnRTZXR0aW5ncyI6eyIkaWQiOiI0ODgiLCJGb250U2l6ZSI6MTEsIkZvbnROYW1lIjoiQ2FsaWJyaSIsIklzQm9sZCI6ZmFsc2UsIklzSXRhbGljIjpmYWxzZSwiSXNVbmRlcmxpbmVkIjpmYWxzZSwiUGFyZW50U3R5bGUiOm51bGx9LCJBdXRvU2l6ZSI6MCwiRm9yZWdyb3VuZCI6eyIkaWQiOiI0ODkiLCJDb2xvciI6eyIkaWQiOiI0OTAiLCJBIjoyNTUsIlIiOjAsIkciOjExMiwiQiI6MTkyfX0sIk1heFdpZHRoIjoyMDAuMCwiTWF4SGVpZ2h0IjoiSW5maW5pdHkiLCJTbWFydEZvcmVncm91bmRJc0FjdGl2ZSI6ZmFsc2UsIkhvcml6b250YWxBbGlnbm1lbnQiOjAsIlZlcnRpY2FsQWxpZ25tZW50IjowLCJTbWFydEZvcmVncm91bmQiOm51bGwsIk1hcmdpbiI6eyIkcmVmIjoiMTExIn0sIlBhZGRpbmciOnsiJHJlZiI6IjExMiJ9LCJCYWNrZ3JvdW5kIjp7IiRyZWYiOiIxMTMifSwiSXNWaXNpYmxlIjp0cnVlLCJXaWR0aCI6MC4wLCJIZWlnaHQiOjAuMCwiQm9yZGVyU3R5bGUiOnsiJGlkIjoiNDkxIiwiTGluZUNvbG9yIjpudWxsLCJMaW5lV2VpZ2h0IjowLjAsIkxpbmVUeXBlIjowLCJQYXJlbnRTdHlsZSI6bnVsbH0sIlBhcmVudFN0eWxlIjp7IiRyZWYiOiIxMDcifX0sIkRhdGVTdHlsZSI6eyIkaWQiOiI0OTIiLCJGb250U2V0dGluZ3MiOnsiJGlkIjoiNDkzIiwiRm9udFNpemUiOjEwLCJGb250TmFtZSI6IkNhbGlicmkiLCJJc0JvbGQiOmZhbHNlLCJJc0l0YWxpYyI6ZmFsc2UsIklzVW5kZXJsaW5lZCI6ZmFsc2UsIlBhcmVudFN0eWxlIjpudWxsfSwiQXV0b1NpemUiOjAsIkZvcmVncm91bmQiOnsiJGlkIjoiNDk0IiwiQ29sb3IiOnsiJGlkIjoiNDk1IiwiQSI6MjU1LCJSIjo2OCwiRyI6ODQsIkIiOjEwNn19LCJNYXhXaWR0aCI6MjAwLjAsIk1heEhlaWdodCI6IkluZmluaXR5IiwiU21hcnRGb3JlZ3JvdW5kSXNBY3RpdmUiOmZhbHNlLCJIb3Jpem9udGFsQWxpZ25tZW50IjowLCJWZXJ0aWNhbEFsaWdubWVudCI6MCwiU21hcnRGb3JlZ3JvdW5kIjpudWxsLCJNYXJnaW4iOnsiJHJlZiI6IjExOCJ9LCJQYWRkaW5nIjp7IiRyZWYiOiIxMTkifSwiQmFja2dyb3VuZCI6eyIkcmVmIjoiMTIwIn0sIklzVmlzaWJsZSI6ZmFsc2UsIldpZHRoIjowLjAsIkhlaWdodCI6MC4wLCJCb3JkZXJTdHlsZSI6eyIkaWQiOiI0OTYiLCJMaW5lQ29sb3IiOm51bGwsIkxpbmVXZWlnaHQiOjAuMCwiTGluZVR5cGUiOjAsIlBhcmVudFN0eWxlIjpudWxsfSwiUGFyZW50U3R5bGUiOnsiJHJlZiI6IjExNCJ9fSwiRGF0ZUZvcm1hdCI6eyIkaWQiOiI0OTciLCJGb3JtYXRTdHJpbmciOiJNL2QiLCJTZXBhcmF0b3IiOiIvIiwiVXNlSW50ZXJuYXRpb25hbERhdGVGb3JtYXQiOmZhbHNlfSwiSXNWaXNpYmxlIjp0cnVlLCJQYXJlbnRTdHlsZSI6eyIkcmVmIjoiODAifX0sIkluZGV4IjoxMCwiSWQiOiI0NTJmZmJmZi02NDM0LTQ5YmYtODk4Yi04NDIwMzAyNjlkNzkiLCJJbXBvcnRJZCI6bnVsbCwiVGl0bGUiOiJTdWItdGFzayA0IiwiTm90ZSI6bnVsbCwiSHlwZXJsaW5rIjpudWxsLCJJc0NoYW5nZWQiOmZhbHNlLCJJc05ldyI6dHJ1ZX1dLCJNc1Byb2plY3RJdGVtc1RyZWUiOnsiJGlkIjoiNDk4IiwiUm9vdCI6eyJJbXBvcnRJZCI6bnVsbCwiSXNJbXBvcnRlZCI6ZmFsc2UsIkNoaWxkcmVuIjpbXX19LCJNZXRhZGF0YSI6eyIkaWQiOiI0OTkifSwiU2V0dGluZ3MiOnsiJGlkIjoiNTAwIiwiSW1wYU9wdGlvbnMiOm51bGwsIlVzZUNvbXByZXNzaW9uIjpmYWxzZSwiQ29tcHJlc2lvblBlcmNlbnRhZ2UiOjUwLjAsIkluYWN0aXZlSW50ZXJ2YWxXaWR0aFRocmVzaG9sZCI6MzAuMCwiSW5hY3RpdmVJbnRlcnZhbFdpZHRoIjoxLjAsIlNwbGl0VGFza3MiOmZhbHNlLCJVc2VDbHVzdGVyIjpmYWxzZSwiRXBzaWxvbiI6MC4wLCJNaW5Qb2ludHNUb0Zvcm1BQ2x1c3RlciI6MiwiR2VuZXJhdGVJbnZpc2libGVTaGFwZXMiOnRydWUsIlNtYXJ0VGltZWxpbmVUYXNrUGVyY2VudGFnZUZpdCI6ZmFsc2V9LCJJc05ldyI6dHJ1ZSwiSW1wb3J0VHlwZSI6MCwiRmlsZVBhdGgiOm51bGwsIlRpbWVsaW5lSW1wb3J0ZWQiOmZhbHNlfQ=="/>
  <p:tag name="__MASTER" val="__part_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3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4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5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6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7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8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9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0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2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ags/tag13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OTLMARKERSHAPE" val="OTL"/>
</p:tagLst>
</file>

<file path=ppt/theme/theme1.xml><?xml version="1.0" encoding="utf-8"?>
<a:theme xmlns:a="http://schemas.openxmlformats.org/drawingml/2006/main" name="3_Office Theme">
  <a:themeElements>
    <a:clrScheme name="Custom 37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FFFFFF"/>
      </a:hlink>
      <a:folHlink>
        <a:srgbClr val="954F72"/>
      </a:folHlink>
    </a:clrScheme>
    <a:fontScheme name="Office Them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110</Words>
  <Application>Microsoft Office PowerPoint</Application>
  <PresentationFormat>Widescreen</PresentationFormat>
  <Paragraphs>56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</vt:lpstr>
      <vt:lpstr>Calibri</vt:lpstr>
      <vt:lpstr>Calibri Light</vt:lpstr>
      <vt:lpstr>Segoe UI </vt:lpstr>
      <vt:lpstr>Segoe UI Semibold</vt:lpstr>
      <vt:lpstr>3_Office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/>
  <cp:revision>1</cp:revision>
  <dcterms:created xsi:type="dcterms:W3CDTF">2014-09-18T01:03:12Z</dcterms:created>
  <dcterms:modified xsi:type="dcterms:W3CDTF">2016-11-16T13:28:47Z</dcterms:modified>
</cp:coreProperties>
</file>